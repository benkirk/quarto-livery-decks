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5356"/>
            <a:ext cx="219456" cy="533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5356"/>
            <a:ext cx="10728960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