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60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10728960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911" cy="27432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">
  <a:themeElements>
    <a:clrScheme name="cu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 template</dc:title>
  <dc:creator>livery_template.py</dc:creator>
</cp:coreProperties>
</file>