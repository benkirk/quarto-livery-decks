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5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6000" b="1" cap="none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5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10728960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911" cy="2743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Font typeface="Courier New"/>
        <a:buChar char="o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CFB87C"/>
      </a:dk2>
      <a:lt2>
        <a:srgbClr val="F3F0E9"/>
      </a:lt2>
      <a:accent1>
        <a:srgbClr val="565A5C"/>
      </a:accent1>
      <a:accent2>
        <a:srgbClr val="096FAE"/>
      </a:accent2>
      <a:accent3>
        <a:srgbClr val="000000"/>
      </a:accent3>
      <a:accent4>
        <a:srgbClr val="CFB87C"/>
      </a:accent4>
      <a:accent5>
        <a:srgbClr val="CFB87C"/>
      </a:accent5>
      <a:accent6>
        <a:srgbClr val="8D7334"/>
      </a:accent6>
      <a:hlink>
        <a:srgbClr val="8D7334"/>
      </a:hlink>
      <a:folHlink>
        <a:srgbClr val="096FA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Gold">
      <a:srgbClr val="AD8E38"/>
    </a:custClr>
    <a:custClr name="Data 2 · Blue">
      <a:srgbClr val="096FAE"/>
    </a:custClr>
    <a:custClr name="Data 3 · Red">
      <a:srgbClr val="9C3F29"/>
    </a:custClr>
    <a:custClr name="Data 4 · Teal">
      <a:srgbClr val="00A2AE"/>
    </a:custClr>
    <a:custClr name="Data 5 · Blue">
      <a:srgbClr val="334C98"/>
    </a:custClr>
    <a:custClr name="Data 6 · Orange">
      <a:srgbClr val="A86100"/>
    </a:custClr>
    <a:custClr name="Data 7 · Pink">
      <a:srgbClr val="812F62"/>
    </a:custClr>
    <a:custClr name="Data 8 · Pink">
      <a:srgbClr val="BC5969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template</dc:title>
  <dc:creator>livery_template.py</dc:creator>
</cp:coreProperties>
</file>