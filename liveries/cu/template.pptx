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698" cy="2743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43650"/>
            <a:ext cx="2990911" cy="27432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Gold">
      <a:srgbClr val="AD8E38"/>
    </a:custClr>
    <a:custClr name="Data 2 · Red">
      <a:srgbClr val="9C3F29"/>
    </a:custClr>
    <a:custClr name="Data 3 · Blue">
      <a:srgbClr val="096FAE"/>
    </a:custClr>
    <a:custClr name="Data 4 · Green">
      <a:srgbClr val="7A9C51"/>
    </a:custClr>
    <a:custClr name="Data 5 · Pink">
      <a:srgbClr val="812F62"/>
    </a:custClr>
    <a:custClr name="Data 6 · Teal">
      <a:srgbClr val="00A1B8"/>
    </a:custClr>
    <a:custClr name="Data 7 · Blue">
      <a:srgbClr val="334C98"/>
    </a:custClr>
    <a:custClr name="Data 8 · Teal">
      <a:srgbClr val="008777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