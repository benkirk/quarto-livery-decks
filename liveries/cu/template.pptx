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60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3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0000"/>
                </a:solidFill>
              </a:defRPr>
            </a:lvl1pPr>
            <a:lvl2pPr>
              <a:defRPr sz="1400">
                <a:solidFill>
                  <a:srgbClr val="000000"/>
                </a:solidFill>
              </a:defRPr>
            </a:lvl2pPr>
            <a:lvl3pPr>
              <a:defRPr sz="13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0000"/>
                </a:solidFill>
              </a:defRPr>
            </a:lvl1pPr>
            <a:lvl2pPr>
              <a:defRPr sz="1400">
                <a:solidFill>
                  <a:srgbClr val="000000"/>
                </a:solidFill>
              </a:defRPr>
            </a:lvl2pPr>
            <a:lvl3pPr>
              <a:defRPr sz="13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10728960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911" cy="27432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Font typeface="Wingdings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Font typeface="Courier New"/>
        <a:buChar char="o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cu">
  <a:themeElements>
    <a:clrScheme name="cu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Gold">
      <a:srgbClr val="AD8E38"/>
    </a:custClr>
    <a:custClr name="Data 2 · Blue">
      <a:srgbClr val="096FAE"/>
    </a:custClr>
    <a:custClr name="Data 3 · Brown">
      <a:srgbClr val="7D4000"/>
    </a:custClr>
    <a:custClr name="Data 4 · Teal">
      <a:srgbClr val="00A2AE"/>
    </a:custClr>
    <a:custClr name="Data 5 · Magenta">
      <a:srgbClr val="7A3270"/>
    </a:custClr>
    <a:custClr name="Data 6 · Green">
      <a:srgbClr val="6C7300"/>
    </a:custClr>
    <a:custClr name="Data 7 · Blue">
      <a:srgbClr val="6382D3"/>
    </a:custClr>
    <a:custClr name="Data 8 · Teal">
      <a:srgbClr val="007E67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 template</dc:title>
  <dc:creator>livery_template.py</dc:creator>
</cp:coreProperties>
</file>