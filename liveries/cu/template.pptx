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60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5356"/>
            <a:ext cx="219456" cy="5335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10973">
            <a:solidFill>
              <a:srgbClr val="AAA8A3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5356"/>
            <a:ext cx="10728960" cy="533552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">
  <a:themeElements>
    <a:clrScheme name="cu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Gold">
      <a:srgbClr val="AD8E38"/>
    </a:custClr>
    <a:custClr name="Data 2 · Red">
      <a:srgbClr val="9C3F29"/>
    </a:custClr>
    <a:custClr name="Data 3 · Blue">
      <a:srgbClr val="096FAE"/>
    </a:custClr>
    <a:custClr name="Data 4 · Green">
      <a:srgbClr val="7A9C51"/>
    </a:custClr>
    <a:custClr name="Data 5 · Pink">
      <a:srgbClr val="812F62"/>
    </a:custClr>
    <a:custClr name="Data 6 · Teal">
      <a:srgbClr val="00A1B8"/>
    </a:custClr>
    <a:custClr name="Data 7 · Blue">
      <a:srgbClr val="334C98"/>
    </a:custClr>
    <a:custClr name="Data 8 · Teal">
      <a:srgbClr val="008777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 template</dc:title>
  <dc:creator>livery_template.py</dc:creator>
</cp:coreProperties>
</file>