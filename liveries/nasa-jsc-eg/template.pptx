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77749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554605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754755"/>
            <a:ext cx="9387840" cy="56578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656582"/>
            <a:ext cx="11253216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6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/>
          </p:nvPr>
        </p:nvSpPr>
        <p:spPr>
          <a:xfrm>
            <a:off x="475488" y="5548122"/>
            <a:ext cx="11253216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4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341376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341376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41376" y="1270102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730496" y="1270102"/>
            <a:ext cx="712012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376" y="2230222"/>
            <a:ext cx="4023360" cy="4094226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surface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surface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5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475488" y="277749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475488" y="2554605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475488" y="3754755"/>
            <a:ext cx="9387840" cy="56578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5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2" name="Title rule"/>
          <p:cNvCxnSpPr/>
          <p:nvPr userDrawn="1"/>
        </p:nvCxnSpPr>
        <p:spPr>
          <a:xfrm>
            <a:off x="341376" y="990295"/>
            <a:ext cx="11509248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341376" y="336042"/>
            <a:ext cx="10300601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6777" y="233172"/>
            <a:ext cx="1074535" cy="88468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1376" y="6425946"/>
            <a:ext cx="9659481" cy="37033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jsc-eg">
  <a:themeElements>
    <a:clrScheme name="nasa-jsc-eg">
      <a:dk1>
        <a:srgbClr val="FFFFFF"/>
      </a:dk1>
      <a:lt1>
        <a:srgbClr val="000000"/>
      </a:lt1>
      <a:dk2>
        <a:srgbClr val="061F5F"/>
      </a:dk2>
      <a:lt2>
        <a:srgbClr val="1C2026"/>
      </a:lt2>
      <a:accent1>
        <a:srgbClr val="FCDB00"/>
      </a:accent1>
      <a:accent2>
        <a:srgbClr val="FCDB00"/>
      </a:accent2>
      <a:accent3>
        <a:srgbClr val="000000"/>
      </a:accent3>
      <a:accent4>
        <a:srgbClr val="F93A1D"/>
      </a:accent4>
      <a:accent5>
        <a:srgbClr val="FEA20B"/>
      </a:accent5>
      <a:accent6>
        <a:srgbClr val="297DE0"/>
      </a:accent6>
      <a:hlink>
        <a:srgbClr val="297DE0"/>
      </a:hlink>
      <a:folHlink>
        <a:srgbClr val="BD92DE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Orange">
      <a:srgbClr val="F29D49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nasa-jsc-eg template</dc:title>
  <dc:creator>livery_template.py</dc:creator>
</cp:coreProperties>
</file>