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jp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6.jp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475488" y="294894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1" cap="all" spc="128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475488" y="2606040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475488" y="3806190"/>
            <a:ext cx="9387840" cy="4457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341376" y="1270787"/>
            <a:ext cx="11509248" cy="50536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section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656582"/>
            <a:ext cx="11253216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ctr">
              <a:lnSpc>
                <a:spcPct val="90000"/>
              </a:lnSpc>
              <a:defRPr sz="36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idx="1"/>
          </p:nvPr>
        </p:nvSpPr>
        <p:spPr>
          <a:xfrm>
            <a:off x="475488" y="5548122"/>
            <a:ext cx="11253216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ctr" marL="0" indent="0">
              <a:spcBef>
                <a:spcPts val="0"/>
              </a:spcBef>
              <a:buNone/>
              <a:defRPr sz="24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341376" y="1270787"/>
            <a:ext cx="5571744" cy="50536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270787"/>
            <a:ext cx="5571744" cy="50536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341376" y="1270787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341376" y="1956587"/>
            <a:ext cx="5571744" cy="43678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270787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956587"/>
            <a:ext cx="5571744" cy="43678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41376" y="1270787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4730496" y="1270787"/>
            <a:ext cx="7120128" cy="505366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1376" y="2230907"/>
            <a:ext cx="4023360" cy="409354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closing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defRPr sz="1600">
                <a:solidFill>
                  <a:srgbClr val="FFFFFF"/>
                </a:solidFill>
              </a:defRPr>
            </a:lvl1pPr>
            <a:lvl2pPr algn="ctr" marL="0" indent="0">
              <a:defRPr sz="1500">
                <a:solidFill>
                  <a:srgbClr val="FFFFFF"/>
                </a:solidFill>
              </a:defRPr>
            </a:lvl2pPr>
            <a:lvl3pPr algn="ctr" marL="0" indent="0"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-ligh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475488" y="294894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1" cap="all" spc="128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475488" y="2606040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475488" y="3806190"/>
            <a:ext cx="9387840" cy="4457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defRPr sz="1600">
                <a:solidFill>
                  <a:srgbClr val="FFFFFF"/>
                </a:solidFill>
              </a:defRPr>
            </a:lvl1pPr>
            <a:lvl2pPr algn="ctr" marL="0" indent="0">
              <a:defRPr sz="1500">
                <a:solidFill>
                  <a:srgbClr val="FFFFFF"/>
                </a:solidFill>
              </a:defRPr>
            </a:lvl2pPr>
            <a:lvl3pPr algn="ctr" marL="0" indent="0"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12" name="Title rule"/>
          <p:cNvCxnSpPr/>
          <p:nvPr userDrawn="1"/>
        </p:nvCxnSpPr>
        <p:spPr>
          <a:xfrm>
            <a:off x="341376" y="990295"/>
            <a:ext cx="11509248" cy="0"/>
          </a:xfrm>
          <a:prstGeom prst="line">
            <a:avLst/>
          </a:prstGeom>
          <a:ln w="10973">
            <a:solidFill>
              <a:srgbClr val="E1E1E1"/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341376" y="335356"/>
            <a:ext cx="10300601" cy="533552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341376" y="1270787"/>
            <a:ext cx="11509248" cy="5053660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6777" y="233172"/>
            <a:ext cx="1074535" cy="884682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41376" y="6425946"/>
            <a:ext cx="9659481" cy="37033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Clr>
          <a:srgbClr val="FFFFFF"/>
        </a:buClr>
        <a:buFont typeface="Arial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-jsc-eg">
  <a:themeElements>
    <a:clrScheme name="nasa-jsc-eg">
      <a:dk1>
        <a:srgbClr val="FFFFFF"/>
      </a:dk1>
      <a:lt1>
        <a:srgbClr val="000000"/>
      </a:lt1>
      <a:dk2>
        <a:srgbClr val="061F5F"/>
      </a:dk2>
      <a:lt2>
        <a:srgbClr val="1C2026"/>
      </a:lt2>
      <a:accent1>
        <a:srgbClr val="FCDB00"/>
      </a:accent1>
      <a:accent2>
        <a:srgbClr val="FCDB00"/>
      </a:accent2>
      <a:accent3>
        <a:srgbClr val="000000"/>
      </a:accent3>
      <a:accent4>
        <a:srgbClr val="F93A1D"/>
      </a:accent4>
      <a:accent5>
        <a:srgbClr val="FEA20B"/>
      </a:accent5>
      <a:accent6>
        <a:srgbClr val="297DE0"/>
      </a:accent6>
      <a:hlink>
        <a:srgbClr val="297DE0"/>
      </a:hlink>
      <a:folHlink>
        <a:srgbClr val="BD92DE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256EE4"/>
    </a:custClr>
    <a:custClr name="Data 2 · Red">
      <a:srgbClr val="EF483F"/>
    </a:custClr>
    <a:custClr name="Data 3 · Yellow">
      <a:srgbClr val="FCDB00"/>
    </a:custClr>
    <a:custClr name="Data 4 · Slate">
      <a:srgbClr val="487682"/>
    </a:custClr>
    <a:custClr name="Data 5 · Gold">
      <a:srgbClr val="C2B47C"/>
    </a:custClr>
    <a:custClr name="Data 6 · Blue">
      <a:srgbClr val="609AF6"/>
    </a:custClr>
    <a:custClr name="Data 7 · Red">
      <a:srgbClr val="FA8C87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nasa-jsc-eg template</dc:title>
  <dc:creator>livery_template.py</dc:creator>
</cp:coreProperties>
</file>