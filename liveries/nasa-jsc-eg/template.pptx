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102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102"/>
            <a:ext cx="712012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222"/>
            <a:ext cx="4023360" cy="4094226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6042"/>
            <a:ext cx="1030060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Clr>
          <a:srgbClr val="FFFFFF"/>
        </a:buClr>
        <a:buFont typeface="Arial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