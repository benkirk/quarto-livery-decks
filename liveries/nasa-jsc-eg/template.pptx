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title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8416" y="233172"/>
            <a:ext cx="1074115" cy="884682"/>
          </a:xfrm>
          <a:prstGeom prst="rect">
            <a:avLst/>
          </a:prstGeom>
        </p:spPr>
      </p:pic>
      <p:pic>
        <p:nvPicPr>
          <p:cNvPr id="13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2566" y="589788"/>
            <a:ext cx="3143098" cy="2357095"/>
          </a:xfrm>
          <a:prstGeom prst="rect">
            <a:avLst/>
          </a:prstGeom>
        </p:spPr>
      </p:pic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475488" y="2948940"/>
            <a:ext cx="9387840" cy="27432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475488" y="2606040"/>
            <a:ext cx="9387840" cy="96012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Subtitle"/>
          <p:cNvSpPr>
            <a:spLocks noGrp="1"/>
          </p:cNvSpPr>
          <p:nvPr>
            <p:ph type="subTitle" idx="1"/>
          </p:nvPr>
        </p:nvSpPr>
        <p:spPr>
          <a:xfrm>
            <a:off x="475488" y="3806190"/>
            <a:ext cx="9387840" cy="4457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1376" y="1270102"/>
            <a:ext cx="11509248" cy="505434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section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8416" y="233172"/>
            <a:ext cx="1074115" cy="884682"/>
          </a:xfrm>
          <a:prstGeom prst="rect">
            <a:avLst/>
          </a:prstGeom>
        </p:spPr>
      </p:pic>
      <p:pic>
        <p:nvPicPr>
          <p:cNvPr id="13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73312" y="555498"/>
            <a:ext cx="1731264" cy="299695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75488" y="4656582"/>
            <a:ext cx="11253216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lnSpc>
                <a:spcPct val="90000"/>
              </a:lnSpc>
              <a:defRPr sz="36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475488" y="5548122"/>
            <a:ext cx="11253216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spcBef>
                <a:spcPts val="0"/>
              </a:spcBef>
              <a:buNone/>
              <a:defRPr sz="24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341376" y="1270102"/>
            <a:ext cx="5571744" cy="505434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270102"/>
            <a:ext cx="5571744" cy="505434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341376" y="1270102"/>
            <a:ext cx="5571744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341376" y="1955902"/>
            <a:ext cx="5571744" cy="436854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270102"/>
            <a:ext cx="5571744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955902"/>
            <a:ext cx="5571744" cy="436854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376" y="1270102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6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730496" y="1270102"/>
            <a:ext cx="7120128" cy="505434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376" y="2230222"/>
            <a:ext cx="4023360" cy="409422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rt (closing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8416" y="233172"/>
            <a:ext cx="1074115" cy="884682"/>
          </a:xfrm>
          <a:prstGeom prst="rect">
            <a:avLst/>
          </a:prstGeom>
        </p:spPr>
      </p:pic>
      <p:pic>
        <p:nvPicPr>
          <p:cNvPr id="13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73312" y="555498"/>
            <a:ext cx="1731264" cy="299695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75488" y="4450842"/>
            <a:ext cx="11253216" cy="10287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>
              <a:lnSpc>
                <a:spcPct val="90000"/>
              </a:lnSpc>
              <a:defRPr sz="36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75488" y="5685282"/>
            <a:ext cx="11253216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defRPr sz="1600">
                <a:solidFill>
                  <a:srgbClr val="FFFFFF"/>
                </a:solidFill>
              </a:defRPr>
            </a:lvl1pPr>
            <a:lvl2pPr algn="ctr" marL="0" indent="0">
              <a:defRPr sz="1500">
                <a:solidFill>
                  <a:srgbClr val="FFFFFF"/>
                </a:solidFill>
              </a:defRPr>
            </a:lvl2pPr>
            <a:lvl3pPr algn="ctr" marL="0" indent="0">
              <a:defRPr sz="13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8416" y="233172"/>
            <a:ext cx="1074115" cy="884682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2566" y="589788"/>
            <a:ext cx="3143098" cy="2357095"/>
          </a:xfrm>
          <a:prstGeom prst="rect">
            <a:avLst/>
          </a:prstGeom>
        </p:spPr>
      </p:pic>
      <p:sp>
        <p:nvSpPr>
          <p:cNvPr id="13" name="Date"/>
          <p:cNvSpPr>
            <a:spLocks noGrp="1"/>
          </p:cNvSpPr>
          <p:nvPr>
            <p:ph type="dt" idx="20"/>
          </p:nvPr>
        </p:nvSpPr>
        <p:spPr>
          <a:xfrm>
            <a:off x="475488" y="2948940"/>
            <a:ext cx="9387840" cy="27432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475488" y="2606040"/>
            <a:ext cx="9387840" cy="96012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475488" y="3806190"/>
            <a:ext cx="9387840" cy="4457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8416" y="233172"/>
            <a:ext cx="1074115" cy="884682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73312" y="555498"/>
            <a:ext cx="1731264" cy="299695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5488" y="4450842"/>
            <a:ext cx="11253216" cy="10287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>
              <a:lnSpc>
                <a:spcPct val="90000"/>
              </a:lnSpc>
              <a:defRPr sz="36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75488" y="5685282"/>
            <a:ext cx="11253216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ctr" marL="0" indent="0">
              <a:defRPr sz="1600">
                <a:solidFill>
                  <a:srgbClr val="FFFFFF"/>
                </a:solidFill>
              </a:defRPr>
            </a:lvl1pPr>
            <a:lvl2pPr algn="ctr" marL="0" indent="0">
              <a:defRPr sz="1500">
                <a:solidFill>
                  <a:srgbClr val="FFFFFF"/>
                </a:solidFill>
              </a:defRPr>
            </a:lvl2pPr>
            <a:lvl3pPr algn="ctr" marL="0" indent="0">
              <a:defRPr sz="13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2" name="Title rule"/>
          <p:cNvCxnSpPr/>
          <p:nvPr userDrawn="1"/>
        </p:nvCxnSpPr>
        <p:spPr>
          <a:xfrm>
            <a:off x="341376" y="990295"/>
            <a:ext cx="11509248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341376" y="336042"/>
            <a:ext cx="10300601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341376" y="1270102"/>
            <a:ext cx="11509248" cy="5054346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6777" y="233172"/>
            <a:ext cx="1074535" cy="884682"/>
          </a:xfrm>
          <a:prstGeom prst="rect">
            <a:avLst/>
          </a:prstGeom>
        </p:spPr>
      </p:pic>
      <p:pic>
        <p:nvPicPr>
          <p:cNvPr id="17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1376" y="6425946"/>
            <a:ext cx="9659481" cy="3703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00"/>
        </a:spcBef>
        <a:buClr>
          <a:srgbClr val="FFFFFF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FFFFFF"/>
        </a:buClr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FFFFFF"/>
        </a:buClr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FFFFFF"/>
        </a:buClr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480"/>
        </a:spcBef>
        <a:buClr>
          <a:srgbClr val="FFFFFF"/>
        </a:buClr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0" kern="1200">
          <a:solidFill>
            <a:schemeClr val="tx1"/>
          </a:solidFill>
          <a:latin typeface="+mn-lt"/>
        </a:defRPr>
      </a:lvl6pPr>
      <a:lvl7pPr marL="1600200" indent="-228600" algn="l">
        <a:defRPr sz="1100" kern="1200">
          <a:solidFill>
            <a:schemeClr val="tx1"/>
          </a:solidFill>
          <a:latin typeface="+mn-lt"/>
        </a:defRPr>
      </a:lvl7pPr>
      <a:lvl8pPr marL="1828800" indent="-228600" algn="l">
        <a:defRPr sz="1100" kern="1200">
          <a:solidFill>
            <a:schemeClr val="tx1"/>
          </a:solidFill>
          <a:latin typeface="+mn-lt"/>
        </a:defRPr>
      </a:lvl8pPr>
      <a:lvl9pPr marL="2057400" indent="-228600" algn="l">
        <a:defRPr sz="11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asa-jsc-eg">
  <a:themeElements>
    <a:clrScheme name="nasa-jsc-eg">
      <a:dk1>
        <a:srgbClr val="FFFFFF"/>
      </a:dk1>
      <a:lt1>
        <a:srgbClr val="000000"/>
      </a:lt1>
      <a:dk2>
        <a:srgbClr val="061F5F"/>
      </a:dk2>
      <a:lt2>
        <a:srgbClr val="1C2026"/>
      </a:lt2>
      <a:accent1>
        <a:srgbClr val="FCDB00"/>
      </a:accent1>
      <a:accent2>
        <a:srgbClr val="FCDB00"/>
      </a:accent2>
      <a:accent3>
        <a:srgbClr val="000000"/>
      </a:accent3>
      <a:accent4>
        <a:srgbClr val="F93A1D"/>
      </a:accent4>
      <a:accent5>
        <a:srgbClr val="FEA20B"/>
      </a:accent5>
      <a:accent6>
        <a:srgbClr val="297DE0"/>
      </a:accent6>
      <a:hlink>
        <a:srgbClr val="297DE0"/>
      </a:hlink>
      <a:folHlink>
        <a:srgbClr val="BD92DE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Blue">
      <a:srgbClr val="256EE4"/>
    </a:custClr>
    <a:custClr name="Data 2 · Red">
      <a:srgbClr val="EF483F"/>
    </a:custClr>
    <a:custClr name="Data 3 · Yellow">
      <a:srgbClr val="FCDB00"/>
    </a:custClr>
    <a:custClr name="Data 4 · Slate">
      <a:srgbClr val="487682"/>
    </a:custClr>
    <a:custClr name="Data 5 · Gold">
      <a:srgbClr val="C2B47C"/>
    </a:custClr>
    <a:custClr name="Data 6 · Blue">
      <a:srgbClr val="609AF6"/>
    </a:custClr>
    <a:custClr name="Data 7 · Red">
      <a:srgbClr val="FA8C87"/>
    </a:custClr>
    <a:custClr name="Data 8 · Slate">
      <a:srgbClr val="79A3AD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nasa-jsc-eg template</dc:title>
  <dc:creator>livery_template.py</dc:creator>
</cp:coreProperties>
</file>