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52398"/>
            <a:ext cx="518160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52398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38198"/>
            <a:ext cx="5181600" cy="42862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352398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352398"/>
            <a:ext cx="6339840" cy="497205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312518"/>
            <a:ext cx="4023360" cy="401193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81949" y="336042"/>
            <a:ext cx="927853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352398"/>
            <a:ext cx="10728960" cy="497205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2880" y="274320"/>
            <a:ext cx="1694269" cy="9258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