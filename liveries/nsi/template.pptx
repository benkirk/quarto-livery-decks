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 spc="22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353083"/>
            <a:ext cx="1072896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353083"/>
            <a:ext cx="518160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53083"/>
            <a:ext cx="518160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353083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2038883"/>
            <a:ext cx="5181600" cy="4285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53083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38883"/>
            <a:ext cx="5181600" cy="4285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353083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353083"/>
            <a:ext cx="633984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313203"/>
            <a:ext cx="4023360" cy="401124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 spc="22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81949" y="335356"/>
            <a:ext cx="9278531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353083"/>
            <a:ext cx="10728960" cy="4971364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2880" y="274320"/>
            <a:ext cx="1694269" cy="9258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