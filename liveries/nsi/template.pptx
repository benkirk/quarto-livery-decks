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band"/>
          <p:cNvSpPr/>
          <p:nvPr userDrawn="1"/>
        </p:nvSpPr>
        <p:spPr>
          <a:xfrm>
            <a:off x="0" y="1892808"/>
            <a:ext cx="12192000" cy="3072384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pic>
        <p:nvPicPr>
          <p:cNvPr id="13" name="Title photo"/>
          <p:cNvPicPr>
            <a:picLocks noChangeAspect="1"/>
          </p:cNvPicPr>
          <p:nvPr userDrawn="1"/>
        </p:nvPicPr>
        <p:blipFill>
          <a:blip r:embed="rId5"/>
          <a:srcRect l="25" t="0" r="25" b="0"/>
          <a:stretch>
            <a:fillRect/>
          </a:stretch>
        </p:blipFill>
        <p:spPr>
          <a:xfrm>
            <a:off x="7559040" y="1892808"/>
            <a:ext cx="4632960" cy="3072384"/>
          </a:xfrm>
          <a:prstGeom prst="rect">
            <a:avLst/>
          </a:prstGeom>
        </p:spPr>
      </p:pic>
      <p:pic>
        <p:nvPicPr>
          <p:cNvPr id="14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5725" y="5260086"/>
            <a:ext cx="2384755" cy="1303020"/>
          </a:xfrm>
          <a:prstGeom prst="rect">
            <a:avLst/>
          </a:prstGeom>
        </p:spPr>
      </p:pic>
      <p:pic>
        <p:nvPicPr>
          <p:cNvPr id="15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5534406"/>
            <a:ext cx="4765853" cy="754380"/>
          </a:xfrm>
          <a:prstGeom prst="rect">
            <a:avLst/>
          </a:prstGeom>
        </p:spPr>
      </p:pic>
      <p:sp>
        <p:nvSpPr>
          <p:cNvPr id="16" name="Title tab"/>
          <p:cNvSpPr/>
          <p:nvPr userDrawn="1"/>
        </p:nvSpPr>
        <p:spPr>
          <a:xfrm>
            <a:off x="0" y="2366010"/>
            <a:ext cx="219456" cy="96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7" name="Date"/>
          <p:cNvSpPr>
            <a:spLocks noGrp="1"/>
          </p:cNvSpPr>
          <p:nvPr>
            <p:ph type="dt" idx="20"/>
          </p:nvPr>
        </p:nvSpPr>
        <p:spPr>
          <a:xfrm>
            <a:off x="731520" y="1892808"/>
            <a:ext cx="633984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8" name="Title"/>
          <p:cNvSpPr>
            <a:spLocks noGrp="1"/>
          </p:cNvSpPr>
          <p:nvPr>
            <p:ph type="ctrTitle"/>
          </p:nvPr>
        </p:nvSpPr>
        <p:spPr>
          <a:xfrm>
            <a:off x="731520" y="2366010"/>
            <a:ext cx="633984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9" name="Title rule"/>
          <p:cNvCxnSpPr/>
          <p:nvPr userDrawn="1"/>
        </p:nvCxnSpPr>
        <p:spPr>
          <a:xfrm>
            <a:off x="731520" y="342900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20" name="Subtitle"/>
          <p:cNvSpPr>
            <a:spLocks noGrp="1"/>
          </p:cNvSpPr>
          <p:nvPr>
            <p:ph type="subTitle" idx="1"/>
          </p:nvPr>
        </p:nvSpPr>
        <p:spPr>
          <a:xfrm>
            <a:off x="731520" y="3566160"/>
            <a:ext cx="6339840" cy="1261872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3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352398"/>
            <a:ext cx="10728960" cy="49720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1004621" cy="548640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6000" b="1" cap="none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352398"/>
            <a:ext cx="5181600" cy="49720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352398"/>
            <a:ext cx="5181600" cy="49720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52398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2038198"/>
            <a:ext cx="5181600" cy="4286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352398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2038198"/>
            <a:ext cx="5181600" cy="4286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352398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352398"/>
            <a:ext cx="6339840" cy="49720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312518"/>
            <a:ext cx="4023360" cy="401193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5725" y="5260086"/>
            <a:ext cx="2384755" cy="1303020"/>
          </a:xfrm>
          <a:prstGeom prst="rect">
            <a:avLst/>
          </a:prstGeom>
        </p:spPr>
      </p:pic>
      <p:pic>
        <p:nvPicPr>
          <p:cNvPr id="13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5534406"/>
            <a:ext cx="4765853" cy="754380"/>
          </a:xfrm>
          <a:prstGeom prst="rect">
            <a:avLst/>
          </a:prstGeom>
        </p:spPr>
      </p:pic>
      <p:sp>
        <p:nvSpPr>
          <p:cNvPr id="14" name="Title tab"/>
          <p:cNvSpPr/>
          <p:nvPr userDrawn="1"/>
        </p:nvSpPr>
        <p:spPr>
          <a:xfrm>
            <a:off x="0" y="2105406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731520" y="685800"/>
            <a:ext cx="7559040" cy="2036826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731520" y="2928366"/>
            <a:ext cx="7559040" cy="183108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400">
                <a:solidFill>
                  <a:srgbClr val="FFFFFF"/>
                </a:solidFill>
              </a:defRPr>
            </a:lvl2pPr>
            <a:lvl3pPr>
              <a:defRPr sz="13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128979" cy="61722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1254557" cy="68580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2181949" y="336042"/>
            <a:ext cx="9278531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352398"/>
            <a:ext cx="10728960" cy="4972050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880" y="274320"/>
            <a:ext cx="1694269" cy="925830"/>
          </a:xfrm>
          <a:prstGeom prst="rect">
            <a:avLst/>
          </a:prstGeom>
        </p:spPr>
      </p:pic>
      <p:pic>
        <p:nvPicPr>
          <p:cNvPr id="17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099" cy="342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Font typeface="Courier New"/>
        <a:buChar char="o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si">
  <a:themeElements>
    <a:clrScheme name="nsi">
      <a:dk1>
        <a:srgbClr val="000000"/>
      </a:dk1>
      <a:lt1>
        <a:srgbClr val="FFFFFF"/>
      </a:lt1>
      <a:dk2>
        <a:srgbClr val="CFB87C"/>
      </a:dk2>
      <a:lt2>
        <a:srgbClr val="F3F0E9"/>
      </a:lt2>
      <a:accent1>
        <a:srgbClr val="565A5C"/>
      </a:accent1>
      <a:accent2>
        <a:srgbClr val="096FAE"/>
      </a:accent2>
      <a:accent3>
        <a:srgbClr val="000000"/>
      </a:accent3>
      <a:accent4>
        <a:srgbClr val="CFB87C"/>
      </a:accent4>
      <a:accent5>
        <a:srgbClr val="CFB87C"/>
      </a:accent5>
      <a:accent6>
        <a:srgbClr val="8D7334"/>
      </a:accent6>
      <a:hlink>
        <a:srgbClr val="8D7334"/>
      </a:hlink>
      <a:folHlink>
        <a:srgbClr val="096FA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Gold">
      <a:srgbClr val="AD8E38"/>
    </a:custClr>
    <a:custClr name="Data 2 · Blue">
      <a:srgbClr val="096FAE"/>
    </a:custClr>
    <a:custClr name="Data 3 · Red">
      <a:srgbClr val="9C3F29"/>
    </a:custClr>
    <a:custClr name="Data 4 · Teal">
      <a:srgbClr val="00A2AE"/>
    </a:custClr>
    <a:custClr name="Data 5 · Blue">
      <a:srgbClr val="334C98"/>
    </a:custClr>
    <a:custClr name="Data 6 · Orange">
      <a:srgbClr val="A86100"/>
    </a:custClr>
    <a:custClr name="Data 7 · Pink">
      <a:srgbClr val="812F62"/>
    </a:custClr>
    <a:custClr name="Data 8 · Pink">
      <a:srgbClr val="BC5969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template</dc:title>
  <dc:creator>livery_template.py</dc:creator>
</cp:coreProperties>
</file>