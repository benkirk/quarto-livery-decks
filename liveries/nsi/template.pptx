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band"/>
          <p:cNvSpPr/>
          <p:nvPr userDrawn="1"/>
        </p:nvSpPr>
        <p:spPr>
          <a:xfrm>
            <a:off x="0" y="1892808"/>
            <a:ext cx="12192000" cy="3072384"/>
          </a:xfrm>
          <a:prstGeom prst="rect">
            <a:avLst/>
          </a:prstGeom>
          <a:solidFill>
            <a:schemeClr val="tx2"/>
          </a:solidFill>
          <a:ln>
            <a:noFill/>
          </a:ln>
        </p:spPr>
      </p:sp>
      <p:pic>
        <p:nvPicPr>
          <p:cNvPr id="13" name="Title photo"/>
          <p:cNvPicPr>
            <a:picLocks noChangeAspect="1"/>
          </p:cNvPicPr>
          <p:nvPr userDrawn="1"/>
        </p:nvPicPr>
        <p:blipFill>
          <a:blip r:embed="rId5"/>
          <a:srcRect l="25" t="0" r="25" b="0"/>
          <a:stretch>
            <a:fillRect/>
          </a:stretch>
        </p:blipFill>
        <p:spPr>
          <a:xfrm>
            <a:off x="7559040" y="1892808"/>
            <a:ext cx="4632960" cy="3072384"/>
          </a:xfrm>
          <a:prstGeom prst="rect">
            <a:avLst/>
          </a:prstGeom>
        </p:spPr>
      </p:pic>
      <p:pic>
        <p:nvPicPr>
          <p:cNvPr id="14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5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6" name="Title tab"/>
          <p:cNvSpPr/>
          <p:nvPr userDrawn="1"/>
        </p:nvSpPr>
        <p:spPr>
          <a:xfrm>
            <a:off x="0" y="2366010"/>
            <a:ext cx="219456" cy="9601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7" name="Date"/>
          <p:cNvSpPr>
            <a:spLocks noGrp="1"/>
          </p:cNvSpPr>
          <p:nvPr>
            <p:ph type="dt" idx="20"/>
          </p:nvPr>
        </p:nvSpPr>
        <p:spPr>
          <a:xfrm>
            <a:off x="731520" y="1892808"/>
            <a:ext cx="6339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8" name="Title"/>
          <p:cNvSpPr>
            <a:spLocks noGrp="1"/>
          </p:cNvSpPr>
          <p:nvPr>
            <p:ph type="ctrTitle"/>
          </p:nvPr>
        </p:nvSpPr>
        <p:spPr>
          <a:xfrm>
            <a:off x="731520" y="2366010"/>
            <a:ext cx="6339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9" name="Title rule"/>
          <p:cNvCxnSpPr/>
          <p:nvPr userDrawn="1"/>
        </p:nvCxnSpPr>
        <p:spPr>
          <a:xfrm>
            <a:off x="731520" y="342900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731520" y="3566160"/>
            <a:ext cx="6339840" cy="1261872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3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352398"/>
            <a:ext cx="10728960" cy="49720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004621" cy="54864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60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352398"/>
            <a:ext cx="5181600" cy="49720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352398"/>
            <a:ext cx="5181600" cy="49720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352398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2038198"/>
            <a:ext cx="5181600" cy="42862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352398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2038198"/>
            <a:ext cx="5181600" cy="42862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352398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352398"/>
            <a:ext cx="6339840" cy="49720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312518"/>
            <a:ext cx="4023360" cy="401193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4" name="Title tab"/>
          <p:cNvSpPr/>
          <p:nvPr userDrawn="1"/>
        </p:nvSpPr>
        <p:spPr>
          <a:xfrm>
            <a:off x="0" y="2105406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731520" y="685800"/>
            <a:ext cx="7559040" cy="2036826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731520" y="2928366"/>
            <a:ext cx="7559040" cy="1831086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4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128979" cy="61722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254557" cy="68580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2181949" y="336042"/>
            <a:ext cx="9278531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352398"/>
            <a:ext cx="10728960" cy="4972050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2880" y="274320"/>
            <a:ext cx="1694269" cy="925830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099" cy="3429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ctr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si">
  <a:themeElements>
    <a:clrScheme name="nsi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Gold">
      <a:srgbClr val="AD8E38"/>
    </a:custClr>
    <a:custClr name="Data 2 · Blue">
      <a:srgbClr val="096FAE"/>
    </a:custClr>
    <a:custClr name="Data 3 · Brown">
      <a:srgbClr val="7D4000"/>
    </a:custClr>
    <a:custClr name="Data 4 · Teal">
      <a:srgbClr val="00A2AE"/>
    </a:custClr>
    <a:custClr name="Data 5 · Magenta">
      <a:srgbClr val="7A3270"/>
    </a:custClr>
    <a:custClr name="Data 6 · Green">
      <a:srgbClr val="6C7300"/>
    </a:custClr>
    <a:custClr name="Data 7 · Blue">
      <a:srgbClr val="6382D3"/>
    </a:custClr>
    <a:custClr name="Data 8 · Teal">
      <a:srgbClr val="007E67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nsi template</dc:title>
  <dc:creator>livery_template.py</dc:creator>
</cp:coreProperties>
</file>