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687629" cy="565785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>
                <a:solidFill>
                  <a:srgbClr val="1C1C1C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1C1C1C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1C1C1C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1C1C1C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1C1C1C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1C1C1C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1C1C1C"/>
                </a:solidFill>
              </a:defRPr>
            </a:lvl1pPr>
            <a:lvl2pPr>
              <a:defRPr sz="1100">
                <a:solidFill>
                  <a:srgbClr val="1C1C1C"/>
                </a:solidFill>
              </a:defRPr>
            </a:lvl2pPr>
            <a:lvl3pPr>
              <a:defRPr sz="1000">
                <a:solidFill>
                  <a:srgbClr val="1C1C1C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1C1C1C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1C1C1C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1C1C1C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ab"/>
          <p:cNvSpPr/>
          <p:nvPr userDrawn="1"/>
        </p:nvSpPr>
        <p:spPr>
          <a:xfrm>
            <a:off x="0" y="252032"/>
            <a:ext cx="164592" cy="49069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2032"/>
            <a:ext cx="7349573" cy="490690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5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26813" y="231458"/>
            <a:ext cx="468547" cy="385762"/>
          </a:xfrm>
          <a:prstGeom prst="rect">
            <a:avLst/>
          </a:prstGeom>
        </p:spPr>
      </p:pic>
      <p:pic>
        <p:nvPicPr>
          <p:cNvPr id="16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352" cy="14401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">
  <a:themeElements>
    <a:clrScheme name="nasa">
      <a:dk1>
        <a:srgbClr val="1C1C1C"/>
      </a:dk1>
      <a:lt1>
        <a:srgbClr val="FFFFFF"/>
      </a:lt1>
      <a:dk2>
        <a:srgbClr val="0032A0"/>
      </a:dk2>
      <a:lt2>
        <a:srgbClr val="F0F1F3"/>
      </a:lt2>
      <a:accent1>
        <a:srgbClr val="8A8D8F"/>
      </a:accent1>
      <a:accent2>
        <a:srgbClr val="0B6BCB"/>
      </a:accent2>
      <a:accent3>
        <a:srgbClr val="000000"/>
      </a:accent3>
      <a:accent4>
        <a:srgbClr val="E4002B"/>
      </a:accent4>
      <a:accent5>
        <a:srgbClr val="FFC72C"/>
      </a:accent5>
      <a:accent6>
        <a:srgbClr val="0032A0"/>
      </a:accent6>
      <a:hlink>
        <a:srgbClr val="0032A0"/>
      </a:hlink>
      <a:folHlink>
        <a:srgbClr val="0B6BCB"/>
      </a:folHlink>
    </a:clrScheme>
    <a:fontScheme name="Public Sans">
      <a:majorFont>
        <a:latin typeface="Inter"/>
        <a:ea typeface=""/>
        <a:cs typeface=""/>
      </a:majorFont>
      <a:minorFont>
        <a:latin typeface="Public Sa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1159CD"/>
    </a:custClr>
    <a:custClr name="Data 2 · Red">
      <a:srgbClr val="EF483F"/>
    </a:custClr>
    <a:custClr name="Data 3 · Orange">
      <a:srgbClr val="E8892E"/>
    </a:custClr>
    <a:custClr name="Data 4 · Slate">
      <a:srgbClr val="386470"/>
    </a:custClr>
    <a:custClr name="Data 5 · Gold">
      <a:srgbClr val="B0A26A"/>
    </a:custClr>
    <a:custClr name="Data 6 · Blue">
      <a:srgbClr val="3F83EF"/>
    </a:custClr>
    <a:custClr name="Data 7 · Red">
      <a:srgbClr val="8F0800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 template</dc:title>
  <dc:creator>livery_template.py</dc:creator>
</cp:coreProperties>
</file>