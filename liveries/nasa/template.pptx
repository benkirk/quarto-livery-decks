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 spc="80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 spc="80">
                <a:solidFill>
                  <a:srgbClr val="1C1C1C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1C1C1C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1C1C1C"/>
                </a:solidFill>
              </a:defRPr>
            </a:lvl1pPr>
            <a:lvl2pPr>
              <a:defRPr sz="1100">
                <a:solidFill>
                  <a:srgbClr val="1C1C1C"/>
                </a:solidFill>
              </a:defRPr>
            </a:lvl2pPr>
            <a:lvl3pPr>
              <a:defRPr sz="1000">
                <a:solidFill>
                  <a:srgbClr val="1C1C1C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8230">
            <a:solidFill>
              <a:srgbClr val="B0B1B2"/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7349573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5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">
  <a:themeElements>
    <a:clrScheme name="nasa">
      <a:dk1>
        <a:srgbClr val="1C1C1C"/>
      </a:dk1>
      <a:lt1>
        <a:srgbClr val="FFFFFF"/>
      </a:lt1>
      <a:dk2>
        <a:srgbClr val="0032A0"/>
      </a:dk2>
      <a:lt2>
        <a:srgbClr val="F0F1F3"/>
      </a:lt2>
      <a:accent1>
        <a:srgbClr val="8A8D8F"/>
      </a:accent1>
      <a:accent2>
        <a:srgbClr val="0B6BCB"/>
      </a:accent2>
      <a:accent3>
        <a:srgbClr val="000000"/>
      </a:accent3>
      <a:accent4>
        <a:srgbClr val="E4002B"/>
      </a:accent4>
      <a:accent5>
        <a:srgbClr val="FFC72C"/>
      </a:accent5>
      <a:accent6>
        <a:srgbClr val="0032A0"/>
      </a:accent6>
      <a:hlink>
        <a:srgbClr val="0032A0"/>
      </a:hlink>
      <a:folHlink>
        <a:srgbClr val="0B6BCB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1159CD"/>
    </a:custClr>
    <a:custClr name="Data 2 · Red">
      <a:srgbClr val="EF483F"/>
    </a:custClr>
    <a:custClr name="Data 3 · Orange">
      <a:srgbClr val="E8892E"/>
    </a:custClr>
    <a:custClr name="Data 4 · Slate">
      <a:srgbClr val="386470"/>
    </a:custClr>
    <a:custClr name="Data 5 · Gold">
      <a:srgbClr val="B0A26A"/>
    </a:custClr>
    <a:custClr name="Data 6 · Blue">
      <a:srgbClr val="3F83EF"/>
    </a:custClr>
    <a:custClr name="Data 7 · Red">
      <a:srgbClr val="8F0800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 template</dc:title>
  <dc:creator>livery_template.py</dc:creator>
</cp:coreProperties>
</file>