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9144000" cy="5143500" type="screen16x9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999439" cy="822960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671638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548640" y="1388745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0" b="1" cap="all">
                <a:solidFill>
                  <a:srgbClr val="FFFFFF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548640" y="1671638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2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548640" y="2623185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548640" y="2751772"/>
            <a:ext cx="4572000" cy="167163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13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4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5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11480"/>
            <a:ext cx="687629" cy="565785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548640" y="2068716"/>
            <a:ext cx="5669280" cy="61722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 cap="none" baseline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"/>
          </p:nvPr>
        </p:nvSpPr>
        <p:spPr>
          <a:xfrm>
            <a:off x="548640" y="2737371"/>
            <a:ext cx="5669280" cy="68408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half" idx="1"/>
          </p:nvPr>
        </p:nvSpPr>
        <p:spPr>
          <a:xfrm>
            <a:off x="54864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Left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"/>
          </p:nvPr>
        </p:nvSpPr>
        <p:spPr>
          <a:xfrm>
            <a:off x="4709160" y="857421"/>
            <a:ext cx="388620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Right</a:t>
            </a:r>
          </a:p>
        </p:txBody>
      </p:sp>
      <p:sp>
        <p:nvSpPr>
          <p:cNvPr id="14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5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6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3" name="Content Placeholder 4"/>
          <p:cNvSpPr>
            <a:spLocks noGrp="1"/>
          </p:cNvSpPr>
          <p:nvPr>
            <p:ph sz="half" idx="11"/>
          </p:nvPr>
        </p:nvSpPr>
        <p:spPr>
          <a:xfrm>
            <a:off x="54864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3"/>
          </p:nvPr>
        </p:nvSpPr>
        <p:spPr>
          <a:xfrm>
            <a:off x="4709160" y="857421"/>
            <a:ext cx="3886200" cy="462915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 marL="0" indent="0">
              <a:buNone/>
              <a:defRPr sz="1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Heading</a:t>
            </a:r>
          </a:p>
        </p:txBody>
      </p:sp>
      <p:sp>
        <p:nvSpPr>
          <p:cNvPr id="15" name="Content Placeholder 5"/>
          <p:cNvSpPr>
            <a:spLocks noGrp="1"/>
          </p:cNvSpPr>
          <p:nvPr>
            <p:ph sz="half" idx="2"/>
          </p:nvPr>
        </p:nvSpPr>
        <p:spPr>
          <a:xfrm>
            <a:off x="4709160" y="1371771"/>
            <a:ext cx="3886200" cy="337156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48640" y="857421"/>
            <a:ext cx="3017520" cy="668655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defRPr sz="1600" b="1"/>
            </a:lvl1pPr>
          </a:lstStyle>
          <a:p>
            <a:r>
              <a:rPr lang="en-US"/>
              <a:t>Caption title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3840480" y="857421"/>
            <a:ext cx="4754880" cy="3885914"/>
          </a:xfrm>
          <a:prstGeom prst="rect">
            <a:avLst/>
          </a:prstGeom>
        </p:spPr>
        <p:txBody>
          <a:bodyPr vert="horz"/>
          <a:lstStyle/>
          <a:p>
            <a:r>
              <a:rPr lang="en-US"/>
              <a:t>Content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1577511"/>
            <a:ext cx="3017520" cy="3165824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>
              <a:buNone/>
              <a:defRPr sz="1000"/>
            </a:lvl1pPr>
          </a:lstStyle>
          <a:p>
            <a:r>
              <a:rPr lang="en-US"/>
              <a:t>Caption</a:t>
            </a:r>
          </a:p>
        </p:txBody>
      </p:sp>
      <p:sp>
        <p:nvSpPr>
          <p:cNvPr id="15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6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7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3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4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primary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999439" cy="822960"/>
          </a:xfrm>
          <a:prstGeom prst="rect">
            <a:avLst/>
          </a:prstGeom>
        </p:spPr>
      </p:pic>
      <p:pic>
        <p:nvPicPr>
          <p:cNvPr id="12" name="Sign-off (primary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2520315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8640" y="1440180"/>
            <a:ext cx="5669280" cy="15430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48640" y="3137535"/>
            <a:ext cx="5669280" cy="13887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FFFFFF"/>
                </a:solidFill>
              </a:defRPr>
            </a:lvl1pPr>
            <a:lvl2pPr>
              <a:defRPr sz="1100">
                <a:solidFill>
                  <a:srgbClr val="FFFFFF"/>
                </a:solidFill>
              </a:defRPr>
            </a:lvl2pPr>
            <a:lvl3pPr>
              <a:defRPr sz="1000">
                <a:solidFill>
                  <a:srgbClr val="FFFFFF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FFFFFF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308610"/>
            <a:ext cx="999439" cy="82296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1671638"/>
            <a:ext cx="164592" cy="8229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Date"/>
          <p:cNvSpPr>
            <a:spLocks noGrp="1"/>
          </p:cNvSpPr>
          <p:nvPr>
            <p:ph type="dt" idx="20"/>
          </p:nvPr>
        </p:nvSpPr>
        <p:spPr>
          <a:xfrm>
            <a:off x="548640" y="1388745"/>
            <a:ext cx="4572000" cy="231458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000" b="1" cap="all">
                <a:solidFill>
                  <a:srgbClr val="1C1C1C"/>
                </a:solidFill>
                <a:latin typeface="+mn-lt"/>
              </a:defRPr>
            </a:lvl1pPr>
          </a:lstStyle>
          <a:p>
            <a:fld id="{B6F15528-21DE-4FAA-801E-634DDDAF4B2B}" type="datetime1">
              <a:rPr lang="en-US"/>
              <a:t>Date</a:t>
            </a:fld>
          </a:p>
        </p:txBody>
      </p:sp>
      <p:sp>
        <p:nvSpPr>
          <p:cNvPr id="15" name="Title"/>
          <p:cNvSpPr>
            <a:spLocks noGrp="1"/>
          </p:cNvSpPr>
          <p:nvPr>
            <p:ph type="ctrTitle"/>
          </p:nvPr>
        </p:nvSpPr>
        <p:spPr>
          <a:xfrm>
            <a:off x="548640" y="1671638"/>
            <a:ext cx="4572000" cy="82296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3200" b="1">
                <a:solidFill>
                  <a:srgbClr val="1C1C1C"/>
                </a:solidFill>
                <a:latin typeface="+mn-lt"/>
              </a:defRPr>
            </a:lvl1pPr>
          </a:lstStyle>
          <a:p>
            <a:r>
              <a:rPr lang="en-US"/>
              <a:t>Title</a:t>
            </a:r>
          </a:p>
        </p:txBody>
      </p:sp>
      <p:cxnSp>
        <p:nvCxnSpPr>
          <p:cNvPr id="16" name="Title rule"/>
          <p:cNvCxnSpPr/>
          <p:nvPr userDrawn="1"/>
        </p:nvCxnSpPr>
        <p:spPr>
          <a:xfrm>
            <a:off x="548640" y="2623185"/>
            <a:ext cx="1188720" cy="0"/>
          </a:xfrm>
          <a:prstGeom prst="line">
            <a:avLst/>
          </a:prstGeom>
          <a:ln w="16974">
            <a:solidFill>
              <a:schemeClr val="accent1"/>
            </a:solidFill>
          </a:ln>
        </p:spPr>
      </p:cxnSp>
      <p:sp>
        <p:nvSpPr>
          <p:cNvPr id="17" name="Subtitle"/>
          <p:cNvSpPr>
            <a:spLocks noGrp="1"/>
          </p:cNvSpPr>
          <p:nvPr>
            <p:ph type="subTitle" idx="1"/>
          </p:nvPr>
        </p:nvSpPr>
        <p:spPr>
          <a:xfrm>
            <a:off x="548640" y="2751772"/>
            <a:ext cx="4572000" cy="167163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algn="l" marL="0" indent="0">
              <a:spcBef>
                <a:spcPts val="0"/>
              </a:spcBef>
              <a:buNone/>
              <a:defRPr sz="1600" b="0">
                <a:solidFill>
                  <a:srgbClr val="1C1C1C"/>
                </a:solidFill>
                <a:latin typeface="+mn-lt"/>
              </a:defRPr>
            </a:lvl1pPr>
          </a:lstStyle>
          <a:p>
            <a:r>
              <a:rPr lang="en-US"/>
              <a:t>Subtitle</a:t>
            </a:r>
          </a:p>
        </p:txBody>
      </p:sp>
      <p:sp>
        <p:nvSpPr>
          <p:cNvPr id="18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1C1C1C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20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1C1C1C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Closing (light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Logo (background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8640" y="462915"/>
            <a:ext cx="999439" cy="822960"/>
          </a:xfrm>
          <a:prstGeom prst="rect">
            <a:avLst/>
          </a:prstGeom>
        </p:spPr>
      </p:pic>
      <p:pic>
        <p:nvPicPr>
          <p:cNvPr id="12" name="Sign-off (background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571" cy="144018"/>
          </a:xfrm>
          <a:prstGeom prst="rect">
            <a:avLst/>
          </a:prstGeom>
        </p:spPr>
      </p:pic>
      <p:sp>
        <p:nvSpPr>
          <p:cNvPr id="13" name="Title tab"/>
          <p:cNvSpPr/>
          <p:nvPr userDrawn="1"/>
        </p:nvSpPr>
        <p:spPr>
          <a:xfrm>
            <a:off x="0" y="2520315"/>
            <a:ext cx="164592" cy="38576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48640" y="1440180"/>
            <a:ext cx="5669280" cy="1543050"/>
          </a:xfrm>
          <a:prstGeom prst="rect">
            <a:avLst/>
          </a:prstGeom>
        </p:spPr>
        <p:txBody>
          <a:bodyPr vert="horz" lIns="0" tIns="0" rIns="0" bIns="0" anchor="b">
            <a:normAutofit/>
          </a:bodyPr>
          <a:lstStyle>
            <a:lvl1pPr algn="l">
              <a:lnSpc>
                <a:spcPct val="90000"/>
              </a:lnSpc>
              <a:defRPr sz="3200" b="1">
                <a:solidFill>
                  <a:srgbClr val="1C1C1C"/>
                </a:solidFill>
                <a:latin typeface="+mj-lt"/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548640" y="3137535"/>
            <a:ext cx="5669280" cy="13887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>
              <a:defRPr sz="1200">
                <a:solidFill>
                  <a:srgbClr val="1C1C1C"/>
                </a:solidFill>
              </a:defRPr>
            </a:lvl1pPr>
            <a:lvl2pPr>
              <a:defRPr sz="1100">
                <a:solidFill>
                  <a:srgbClr val="1C1C1C"/>
                </a:solidFill>
              </a:defRPr>
            </a:lvl2pPr>
            <a:lvl3pPr>
              <a:defRPr sz="1000">
                <a:solidFill>
                  <a:srgbClr val="1C1C1C"/>
                </a:solidFill>
              </a:defRPr>
            </a:lvl3pPr>
          </a:lstStyle>
          <a:p>
            <a:r>
              <a:rPr lang="en-US"/>
              <a:t>Contact details</a:t>
            </a:r>
          </a:p>
        </p:txBody>
      </p:sp>
      <p:sp>
        <p:nvSpPr>
          <p:cNvPr id="16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rgbClr val="1C1C1C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7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rgbClr val="1C1C1C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8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rgbClr val="1C1C1C"/>
                </a:solidFill>
              </a:defRPr>
            </a:lvl1pPr>
          </a:lstStyle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10" Type="http://schemas.openxmlformats.org/officeDocument/2006/relationships/slideLayout" Target="../slideLayouts/slideLayout1.xml"/><Relationship Id="rId11" Type="http://schemas.openxmlformats.org/officeDocument/2006/relationships/slideLayout" Target="../slideLayouts/slideLayout2.xml"/><Relationship Id="rId12" Type="http://schemas.openxmlformats.org/officeDocument/2006/relationships/slideLayout" Target="../slideLayouts/slideLayout3.xml"/><Relationship Id="rId13" Type="http://schemas.openxmlformats.org/officeDocument/2006/relationships/slideLayout" Target="../slideLayouts/slideLayout4.xml"/><Relationship Id="rId14" Type="http://schemas.openxmlformats.org/officeDocument/2006/relationships/slideLayout" Target="../slideLayouts/slideLayout5.xml"/><Relationship Id="rId15" Type="http://schemas.openxmlformats.org/officeDocument/2006/relationships/slideLayout" Target="../slideLayouts/slideLayout6.xml"/><Relationship Id="rId16" Type="http://schemas.openxmlformats.org/officeDocument/2006/relationships/slideLayout" Target="../slideLayouts/slideLayout7.xml"/><Relationship Id="rId17" Type="http://schemas.openxmlformats.org/officeDocument/2006/relationships/slideLayout" Target="../slideLayouts/slideLayout8.xml"/><Relationship Id="rId18" Type="http://schemas.openxmlformats.org/officeDocument/2006/relationships/slideLayout" Target="../slideLayouts/slideLayout9.xml"/><Relationship Id="rId1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ab"/>
          <p:cNvSpPr/>
          <p:nvPr userDrawn="1"/>
        </p:nvSpPr>
        <p:spPr>
          <a:xfrm>
            <a:off x="0" y="251517"/>
            <a:ext cx="164592" cy="40016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cxnSp>
        <p:nvCxnSpPr>
          <p:cNvPr id="12" name="Title rule"/>
          <p:cNvCxnSpPr/>
          <p:nvPr userDrawn="1"/>
        </p:nvCxnSpPr>
        <p:spPr>
          <a:xfrm>
            <a:off x="548640" y="742721"/>
            <a:ext cx="8046720" cy="0"/>
          </a:xfrm>
          <a:prstGeom prst="line">
            <a:avLst/>
          </a:prstGeom>
          <a:ln w="8230">
            <a:solidFill>
              <a:srgbClr val="B0B1B2"/>
            </a:solidFill>
          </a:ln>
        </p:spPr>
      </p:cxnSp>
      <p:sp>
        <p:nvSpPr>
          <p:cNvPr id="13" name="Title Placeholder"/>
          <p:cNvSpPr>
            <a:spLocks noGrp="1"/>
          </p:cNvSpPr>
          <p:nvPr>
            <p:ph type="title"/>
          </p:nvPr>
        </p:nvSpPr>
        <p:spPr>
          <a:xfrm>
            <a:off x="548640" y="251517"/>
            <a:ext cx="7349573" cy="400164"/>
          </a:xfrm>
          <a:prstGeom prst="rect">
            <a:avLst/>
          </a:prstGeom>
        </p:spPr>
        <p:txBody>
          <a:bodyPr vert="horz" lIns="0" tIns="0" rIns="0" bIns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"/>
          <p:cNvSpPr>
            <a:spLocks noGrp="1"/>
          </p:cNvSpPr>
          <p:nvPr>
            <p:ph type="body" idx="1"/>
          </p:nvPr>
        </p:nvSpPr>
        <p:spPr>
          <a:xfrm>
            <a:off x="548640" y="857421"/>
            <a:ext cx="8046720" cy="3885914"/>
          </a:xfrm>
          <a:prstGeom prst="rect">
            <a:avLst/>
          </a:prstGeom>
        </p:spPr>
        <p:txBody>
          <a:bodyPr vert="horz" lIns="0" tIns="34290" rIns="0" bIns="3429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"/>
          <p:cNvSpPr>
            <a:spLocks noGrp="1"/>
          </p:cNvSpPr>
          <p:nvPr>
            <p:ph type="sldNum" sz="quarter" idx="22"/>
          </p:nvPr>
        </p:nvSpPr>
        <p:spPr>
          <a:xfrm>
            <a:off x="8778240" y="4860608"/>
            <a:ext cx="356616" cy="272606"/>
          </a:xfrm>
        </p:spPr>
        <p:txBody>
          <a:bodyPr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fld id="{C5EF2332-01BF-834F-8236-50238282D533}" type="slidenum">
              <a:rPr lang="en-US"/>
              <a:t>‹#›</a:t>
            </a:fld>
          </a:p>
        </p:txBody>
      </p:sp>
      <p:sp>
        <p:nvSpPr>
          <p:cNvPr id="18" name="Date Placeholder"/>
          <p:cNvSpPr>
            <a:spLocks noGrp="1"/>
          </p:cNvSpPr>
          <p:nvPr>
            <p:ph type="dt" sz="half" idx="20"/>
          </p:nvPr>
        </p:nvSpPr>
        <p:spPr>
          <a:xfrm>
            <a:off x="6766560" y="4917186"/>
            <a:ext cx="1033272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sp>
        <p:nvSpPr>
          <p:cNvPr id="19" name="Footer Placeholder"/>
          <p:cNvSpPr>
            <a:spLocks noGrp="1"/>
          </p:cNvSpPr>
          <p:nvPr>
            <p:ph type="ftr" sz="quarter" idx="21"/>
          </p:nvPr>
        </p:nvSpPr>
        <p:spPr>
          <a:xfrm>
            <a:off x="420624" y="4917186"/>
            <a:ext cx="3108960" cy="138874"/>
          </a:xfrm>
          <a:prstGeom prst="rect">
            <a:avLst/>
          </a:prstGeom>
        </p:spPr>
        <p:txBody>
          <a:bodyPr vert="horz" lIns="0" tIns="0" rIns="0" bIns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/>
            </a:r>
          </a:p>
        </p:txBody>
      </p:sp>
      <p:pic>
        <p:nvPicPr>
          <p:cNvPr id="15" name="Logo (light)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26813" y="231458"/>
            <a:ext cx="468547" cy="385762"/>
          </a:xfrm>
          <a:prstGeom prst="rect">
            <a:avLst/>
          </a:prstGeom>
        </p:spPr>
      </p:pic>
      <p:pic>
        <p:nvPicPr>
          <p:cNvPr id="16" name="Sign-off (light)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48640" y="4819460"/>
            <a:ext cx="3198352" cy="14401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0"/>
    <p:sldLayoutId id="2147483650" r:id="rId11"/>
    <p:sldLayoutId id="2147483651" r:id="rId12"/>
    <p:sldLayoutId id="2147483652" r:id="rId13"/>
    <p:sldLayoutId id="2147483653" r:id="rId14"/>
    <p:sldLayoutId id="2147483654" r:id="rId15"/>
    <p:sldLayoutId id="2147483655" r:id="rId16"/>
    <p:sldLayoutId id="2147483656" r:id="rId17"/>
    <p:sldLayoutId id="2147483657" r:id="rId18"/>
    <p:sldLayoutId id="2147483658" r:id="rId19"/>
  </p:sldLayoutIdLst>
  <p:txStyles>
    <p:titleStyle>
      <a:lvl1pPr algn="l" defTabSz="342900" rtl="0" eaLnBrk="1" latinLnBrk="0" hangingPunct="1">
        <a:spcBef>
          <a:spcPct val="0"/>
        </a:spcBef>
        <a:buNone/>
        <a:defRPr sz="2200" b="1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342900" rtl="0" eaLnBrk="1" latinLnBrk="0" hangingPunct="1">
        <a:lnSpc>
          <a:spcPct val="100000"/>
        </a:lnSpc>
        <a:spcBef>
          <a:spcPts val="6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71450" algn="l" defTabSz="342900" rtl="0" eaLnBrk="1" latinLnBrk="0" hangingPunct="1">
        <a:lnSpc>
          <a:spcPct val="100000"/>
        </a:lnSpc>
        <a:spcBef>
          <a:spcPts val="360"/>
        </a:spcBef>
        <a:buFont typeface="Wingdings"/>
        <a:buChar char="§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indent="-171450" algn="l" defTabSz="342900" rtl="0" eaLnBrk="1" latinLnBrk="0" hangingPunct="1">
        <a:lnSpc>
          <a:spcPct val="100000"/>
        </a:lnSpc>
        <a:spcBef>
          <a:spcPts val="360"/>
        </a:spcBef>
        <a:buFont typeface="Courier New"/>
        <a:buChar char="o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–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857250" indent="-171450" algn="l" defTabSz="342900" rtl="0" eaLnBrk="1" latinLnBrk="0" hangingPunct="1">
        <a:lnSpc>
          <a:spcPct val="100000"/>
        </a:lnSpc>
        <a:spcBef>
          <a:spcPts val="360"/>
        </a:spcBef>
        <a:buFont typeface="Arial"/>
        <a:buChar char="»"/>
        <a:defRPr sz="800" kern="1200">
          <a:solidFill>
            <a:schemeClr val="tx1"/>
          </a:solidFill>
          <a:latin typeface="+mn-lt"/>
          <a:ea typeface="+mn-ea"/>
          <a:cs typeface="+mn-cs"/>
        </a:defRPr>
      </a:lvl5pPr>
      <a:lvl6pPr marL="1028700" indent="-171450" algn="l">
        <a:defRPr sz="800" kern="1200">
          <a:solidFill>
            <a:schemeClr val="tx1"/>
          </a:solidFill>
          <a:latin typeface="+mn-lt"/>
        </a:defRPr>
      </a:lvl6pPr>
      <a:lvl7pPr marL="1200150" indent="-171450" algn="l">
        <a:defRPr sz="800" kern="1200">
          <a:solidFill>
            <a:schemeClr val="tx1"/>
          </a:solidFill>
          <a:latin typeface="+mn-lt"/>
        </a:defRPr>
      </a:lvl7pPr>
      <a:lvl8pPr marL="1371600" indent="-171450" algn="l">
        <a:defRPr sz="800" kern="1200">
          <a:solidFill>
            <a:schemeClr val="tx1"/>
          </a:solidFill>
          <a:latin typeface="+mn-lt"/>
        </a:defRPr>
      </a:lvl8pPr>
      <a:lvl9pPr marL="1543050" indent="-171450" algn="l">
        <a:defRPr sz="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nasa">
  <a:themeElements>
    <a:clrScheme name="nasa">
      <a:dk1>
        <a:srgbClr val="1C1C1C"/>
      </a:dk1>
      <a:lt1>
        <a:srgbClr val="FFFFFF"/>
      </a:lt1>
      <a:dk2>
        <a:srgbClr val="0032A0"/>
      </a:dk2>
      <a:lt2>
        <a:srgbClr val="F0F1F3"/>
      </a:lt2>
      <a:accent1>
        <a:srgbClr val="8A8D8F"/>
      </a:accent1>
      <a:accent2>
        <a:srgbClr val="0B6BCB"/>
      </a:accent2>
      <a:accent3>
        <a:srgbClr val="000000"/>
      </a:accent3>
      <a:accent4>
        <a:srgbClr val="E4002B"/>
      </a:accent4>
      <a:accent5>
        <a:srgbClr val="FFC72C"/>
      </a:accent5>
      <a:accent6>
        <a:srgbClr val="0032A0"/>
      </a:accent6>
      <a:hlink>
        <a:srgbClr val="0032A0"/>
      </a:hlink>
      <a:folHlink>
        <a:srgbClr val="0B6BCB"/>
      </a:folHlink>
    </a:clrScheme>
    <a:fontScheme name="Public Sans">
      <a:majorFont>
        <a:latin typeface="Inter"/>
        <a:ea typeface=""/>
        <a:cs typeface=""/>
      </a:majorFont>
      <a:minorFont>
        <a:latin typeface="Public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  <a:custClrLst>
    <a:custClr name="Data 1 · Blue">
      <a:srgbClr val="1159CD"/>
    </a:custClr>
    <a:custClr name="Data 2 · Red">
      <a:srgbClr val="EF483F"/>
    </a:custClr>
    <a:custClr name="Data 3 · Orange">
      <a:srgbClr val="E8892E"/>
    </a:custClr>
    <a:custClr name="Data 4 · Slate">
      <a:srgbClr val="386470"/>
    </a:custClr>
    <a:custClr name="Data 5 · Gold">
      <a:srgbClr val="B0A26A"/>
    </a:custClr>
    <a:custClr name="Data 6 · Blue">
      <a:srgbClr val="3F83EF"/>
    </a:custClr>
    <a:custClr name="Data 7 · Red">
      <a:srgbClr val="8F0800"/>
    </a:custClr>
    <a:custClr name="Data 8 · Slate">
      <a:srgbClr val="79A3AD"/>
    </a:custClr>
  </a:custClr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 template</dc:title>
  <dc:creator>livery_template.py</dc:creator>
</cp:coreProperties>
</file>