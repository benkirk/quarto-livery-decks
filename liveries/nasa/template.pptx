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999439" cy="822960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671638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548640" y="1388745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0" b="1" cap="all">
                <a:solidFill>
                  <a:srgbClr val="FFFFFF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548640" y="1671638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200" b="1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548640" y="2623185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548640" y="2751772"/>
            <a:ext cx="4572000" cy="1671637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687629" cy="565785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 cap="none" baseline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4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FFFFFF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6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6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999439" cy="822960"/>
          </a:xfrm>
          <a:prstGeom prst="rect">
            <a:avLst/>
          </a:prstGeom>
        </p:spPr>
      </p:pic>
      <p:pic>
        <p:nvPicPr>
          <p:cNvPr id="12" name="Sign-off (primary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2520315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48640" y="1440180"/>
            <a:ext cx="5669280" cy="154305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548640" y="3137535"/>
            <a:ext cx="5669280" cy="138874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FFFFFF"/>
                </a:solidFill>
              </a:defRPr>
            </a:lvl1pPr>
            <a:lvl2pPr>
              <a:defRPr sz="1100">
                <a:solidFill>
                  <a:srgbClr val="FFFFFF"/>
                </a:solidFill>
              </a:defRPr>
            </a:lvl2pPr>
            <a:lvl3pPr>
              <a:defRPr sz="1000">
                <a:solidFill>
                  <a:srgbClr val="FFFFFF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FFFFFF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FFFFFF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999439" cy="82296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1671638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Date"/>
          <p:cNvSpPr>
            <a:spLocks noGrp="1"/>
          </p:cNvSpPr>
          <p:nvPr>
            <p:ph type="dt" idx="20"/>
          </p:nvPr>
        </p:nvSpPr>
        <p:spPr>
          <a:xfrm>
            <a:off x="548640" y="1388745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000" b="1" cap="all">
                <a:solidFill>
                  <a:srgbClr val="1C1C1C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5" name="Title"/>
          <p:cNvSpPr>
            <a:spLocks noGrp="1"/>
          </p:cNvSpPr>
          <p:nvPr>
            <p:ph type="ctrTitle"/>
          </p:nvPr>
        </p:nvSpPr>
        <p:spPr>
          <a:xfrm>
            <a:off x="548640" y="1671638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200" b="1">
                <a:solidFill>
                  <a:srgbClr val="1C1C1C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6" name="Title rule"/>
          <p:cNvCxnSpPr/>
          <p:nvPr userDrawn="1"/>
        </p:nvCxnSpPr>
        <p:spPr>
          <a:xfrm>
            <a:off x="548640" y="2623185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7" name="Subtitle"/>
          <p:cNvSpPr>
            <a:spLocks noGrp="1"/>
          </p:cNvSpPr>
          <p:nvPr>
            <p:ph type="subTitle" idx="1"/>
          </p:nvPr>
        </p:nvSpPr>
        <p:spPr>
          <a:xfrm>
            <a:off x="548640" y="2751772"/>
            <a:ext cx="4572000" cy="1671637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600" b="0">
                <a:solidFill>
                  <a:srgbClr val="1C1C1C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1C1C1C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1C1C1C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999439" cy="822960"/>
          </a:xfrm>
          <a:prstGeom prst="rect">
            <a:avLst/>
          </a:prstGeom>
        </p:spPr>
      </p:pic>
      <p:pic>
        <p:nvPicPr>
          <p:cNvPr id="12" name="Sign-off (background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571" cy="144018"/>
          </a:xfrm>
          <a:prstGeom prst="rect">
            <a:avLst/>
          </a:prstGeom>
        </p:spPr>
      </p:pic>
      <p:sp>
        <p:nvSpPr>
          <p:cNvPr id="13" name="Title tab"/>
          <p:cNvSpPr/>
          <p:nvPr userDrawn="1"/>
        </p:nvSpPr>
        <p:spPr>
          <a:xfrm>
            <a:off x="0" y="2520315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548640" y="1440180"/>
            <a:ext cx="5669280" cy="154305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200" b="1">
                <a:solidFill>
                  <a:srgbClr val="1C1C1C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idx="1"/>
          </p:nvPr>
        </p:nvSpPr>
        <p:spPr>
          <a:xfrm>
            <a:off x="548640" y="3137535"/>
            <a:ext cx="5669280" cy="1388745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1C1C1C"/>
                </a:solidFill>
              </a:defRPr>
            </a:lvl1pPr>
            <a:lvl2pPr>
              <a:defRPr sz="1100">
                <a:solidFill>
                  <a:srgbClr val="1C1C1C"/>
                </a:solidFill>
              </a:defRPr>
            </a:lvl2pPr>
            <a:lvl3pPr>
              <a:defRPr sz="1000">
                <a:solidFill>
                  <a:srgbClr val="1C1C1C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rgbClr val="1C1C1C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rgbClr val="1C1C1C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rgbClr val="1C1C1C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ab"/>
          <p:cNvSpPr/>
          <p:nvPr userDrawn="1"/>
        </p:nvSpPr>
        <p:spPr>
          <a:xfrm>
            <a:off x="0" y="251517"/>
            <a:ext cx="164592" cy="40016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1517"/>
            <a:ext cx="7349573" cy="400164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8778240" y="4860608"/>
            <a:ext cx="356616" cy="272606"/>
          </a:xfrm>
        </p:spPr>
        <p:txBody>
          <a:bodyPr anchor="ctr"/>
          <a:lstStyle>
            <a:lvl1pPr algn="ctr">
              <a:defRPr sz="8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8" name="Date Placeholder"/>
          <p:cNvSpPr>
            <a:spLocks noGrp="1"/>
          </p:cNvSpPr>
          <p:nvPr>
            <p:ph type="dt" sz="half" idx="20"/>
          </p:nvPr>
        </p:nvSpPr>
        <p:spPr>
          <a:xfrm>
            <a:off x="6766560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9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5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126813" y="231458"/>
            <a:ext cx="468547" cy="385762"/>
          </a:xfrm>
          <a:prstGeom prst="rect">
            <a:avLst/>
          </a:prstGeom>
        </p:spPr>
      </p:pic>
      <p:pic>
        <p:nvPicPr>
          <p:cNvPr id="16" name="Sign-off (light)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819460"/>
            <a:ext cx="3198352" cy="14401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2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nasa">
  <a:themeElements>
    <a:clrScheme name="nasa">
      <a:dk1>
        <a:srgbClr val="1C1C1C"/>
      </a:dk1>
      <a:lt1>
        <a:srgbClr val="FFFFFF"/>
      </a:lt1>
      <a:dk2>
        <a:srgbClr val="0032A0"/>
      </a:dk2>
      <a:lt2>
        <a:srgbClr val="F0F1F3"/>
      </a:lt2>
      <a:accent1>
        <a:srgbClr val="8A8D8F"/>
      </a:accent1>
      <a:accent2>
        <a:srgbClr val="0B6BCB"/>
      </a:accent2>
      <a:accent3>
        <a:srgbClr val="000000"/>
      </a:accent3>
      <a:accent4>
        <a:srgbClr val="E4002B"/>
      </a:accent4>
      <a:accent5>
        <a:srgbClr val="FFC72C"/>
      </a:accent5>
      <a:accent6>
        <a:srgbClr val="0032A0"/>
      </a:accent6>
      <a:hlink>
        <a:srgbClr val="0032A0"/>
      </a:hlink>
      <a:folHlink>
        <a:srgbClr val="0B6BCB"/>
      </a:folHlink>
    </a:clrScheme>
    <a:fontScheme name="Public Sans">
      <a:majorFont>
        <a:latin typeface="Inter"/>
        <a:ea typeface=""/>
        <a:cs typeface=""/>
      </a:majorFont>
      <a:minorFont>
        <a:latin typeface="Public Sa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  <a:custClrLst>
    <a:custClr name="Data 1 · Blue">
      <a:srgbClr val="1159CD"/>
    </a:custClr>
    <a:custClr name="Data 2 · Red">
      <a:srgbClr val="EF483F"/>
    </a:custClr>
    <a:custClr name="Data 3 · Orange">
      <a:srgbClr val="E8892E"/>
    </a:custClr>
    <a:custClr name="Data 4 · Slate">
      <a:srgbClr val="386470"/>
    </a:custClr>
    <a:custClr name="Data 5 · Gold">
      <a:srgbClr val="B0A26A"/>
    </a:custClr>
    <a:custClr name="Data 6 · Blue">
      <a:srgbClr val="3F83EF"/>
    </a:custClr>
    <a:custClr name="Data 7 · Red">
      <a:srgbClr val="8F0800"/>
    </a:custClr>
    <a:custClr name="Data 8 · Slate">
      <a:srgbClr val="79A3AD"/>
    </a:custClr>
  </a:custClr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 template</dc:title>
  <dc:creator>livery_template.py</dc:creator>
</cp:coreProperties>
</file>