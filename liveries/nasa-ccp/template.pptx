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4" Type="http://schemas.openxmlformats.org/officeDocument/2006/relationships/image" Target="../media/image6.jp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jp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06912" y="465658"/>
            <a:ext cx="932688" cy="798957"/>
          </a:xfrm>
          <a:prstGeom prst="rect">
            <a:avLst/>
          </a:prstGeom>
        </p:spPr>
      </p:pic>
      <p:pic>
        <p:nvPicPr>
          <p:cNvPr id="13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5824" y="5541264"/>
            <a:ext cx="969264" cy="1186434"/>
          </a:xfrm>
          <a:prstGeom prst="rect">
            <a:avLst/>
          </a:prstGeom>
        </p:spPr>
      </p:pic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121920" y="2691079"/>
            <a:ext cx="1194816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 marL="0" indent="0">
              <a:spcBef>
                <a:spcPts val="0"/>
              </a:spcBef>
              <a:buNone/>
              <a:defRPr sz="1800" b="1" cap="all" spc="144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121920" y="2203818"/>
            <a:ext cx="1194816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ctr" marL="0" indent="0">
              <a:spcBef>
                <a:spcPts val="0"/>
              </a:spcBef>
              <a:buNone/>
              <a:defRPr sz="32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121920" y="3403968"/>
            <a:ext cx="11948160" cy="301409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 marL="0" indent="0">
              <a:spcBef>
                <a:spcPts val="0"/>
              </a:spcBef>
              <a:buNone/>
              <a:defRPr sz="24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487680" y="1387373"/>
            <a:ext cx="11216640" cy="516201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section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536" y="499262"/>
            <a:ext cx="1267968" cy="733806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87680" y="2811780"/>
            <a:ext cx="112166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ctr">
              <a:lnSpc>
                <a:spcPct val="90000"/>
              </a:lnSpc>
              <a:defRPr sz="28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"/>
          </p:nvPr>
        </p:nvSpPr>
        <p:spPr>
          <a:xfrm>
            <a:off x="487680" y="3703320"/>
            <a:ext cx="112166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ctr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487680" y="1387373"/>
            <a:ext cx="5425440" cy="516201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387373"/>
            <a:ext cx="5425440" cy="516201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487680" y="1387373"/>
            <a:ext cx="542544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487680" y="2073173"/>
            <a:ext cx="5425440" cy="447621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387373"/>
            <a:ext cx="542544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2073173"/>
            <a:ext cx="5425440" cy="447621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487680" y="1387373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6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4876800" y="1387373"/>
            <a:ext cx="6827520" cy="516201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487680" y="2347493"/>
            <a:ext cx="4023360" cy="4201897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closing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06912" y="465658"/>
            <a:ext cx="932688" cy="798957"/>
          </a:xfrm>
          <a:prstGeom prst="rect">
            <a:avLst/>
          </a:prstGeom>
        </p:spPr>
      </p:pic>
      <p:pic>
        <p:nvPicPr>
          <p:cNvPr id="13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5824" y="5541264"/>
            <a:ext cx="969264" cy="1186434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1219200" y="3086100"/>
            <a:ext cx="9753600" cy="102870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ctr">
              <a:lnSpc>
                <a:spcPct val="90000"/>
              </a:lnSpc>
              <a:defRPr sz="32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1219200" y="4320540"/>
            <a:ext cx="97536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 marL="0" indent="0">
              <a:defRPr sz="1600">
                <a:solidFill>
                  <a:srgbClr val="000000"/>
                </a:solidFill>
              </a:defRPr>
            </a:lvl1pPr>
            <a:lvl2pPr algn="ctr" marL="0" indent="0">
              <a:defRPr sz="1500">
                <a:solidFill>
                  <a:srgbClr val="000000"/>
                </a:solidFill>
              </a:defRPr>
            </a:lvl2pPr>
            <a:lvl3pPr algn="ctr" marL="0" indent="0">
              <a:defRPr sz="13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06912" y="465658"/>
            <a:ext cx="932688" cy="798957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5824" y="5541264"/>
            <a:ext cx="969264" cy="1186434"/>
          </a:xfrm>
          <a:prstGeom prst="rect">
            <a:avLst/>
          </a:prstGeom>
        </p:spPr>
      </p:pic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121920" y="2691079"/>
            <a:ext cx="1194816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 marL="0" indent="0">
              <a:spcBef>
                <a:spcPts val="0"/>
              </a:spcBef>
              <a:buNone/>
              <a:defRPr sz="1800" b="1" cap="all" spc="144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121920" y="2203818"/>
            <a:ext cx="1194816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ctr" marL="0" indent="0">
              <a:spcBef>
                <a:spcPts val="0"/>
              </a:spcBef>
              <a:buNone/>
              <a:defRPr sz="32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121920" y="3403968"/>
            <a:ext cx="11948160" cy="301409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 marL="0" indent="0">
              <a:spcBef>
                <a:spcPts val="0"/>
              </a:spcBef>
              <a:buNone/>
              <a:defRPr sz="24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06912" y="465658"/>
            <a:ext cx="932688" cy="798957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5824" y="5541264"/>
            <a:ext cx="969264" cy="1186434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1219200" y="3086100"/>
            <a:ext cx="9753600" cy="102870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ctr">
              <a:lnSpc>
                <a:spcPct val="90000"/>
              </a:lnSpc>
              <a:defRPr sz="32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1219200" y="4320540"/>
            <a:ext cx="97536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ctr" marL="0" indent="0">
              <a:defRPr sz="1600">
                <a:solidFill>
                  <a:srgbClr val="000000"/>
                </a:solidFill>
              </a:defRPr>
            </a:lvl1pPr>
            <a:lvl2pPr algn="ctr" marL="0" indent="0">
              <a:defRPr sz="1500">
                <a:solidFill>
                  <a:srgbClr val="000000"/>
                </a:solidFill>
              </a:defRPr>
            </a:lvl2pPr>
            <a:lvl3pPr algn="ctr" marL="0" indent="0">
              <a:defRPr sz="13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4" Type="http://schemas.openxmlformats.org/officeDocument/2006/relationships/image" Target="../media/image2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1115375" y="480060"/>
            <a:ext cx="9961249" cy="802386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487680" y="1387373"/>
            <a:ext cx="11216640" cy="5162017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7536" y="499262"/>
            <a:ext cx="713039" cy="73380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ctr" defTabSz="457200" rtl="0" eaLnBrk="1" latinLnBrk="0" hangingPunct="1">
        <a:spcBef>
          <a:spcPct val="0"/>
        </a:spcBef>
        <a:buNone/>
        <a:defRPr sz="2800" b="1" kern="120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Clr>
          <a:srgbClr val="000000"/>
        </a:buClr>
        <a:buFont typeface="Helvetica"/>
        <a:buChar char="●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000000"/>
        </a:buClr>
        <a:buFont typeface="Helvetica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000000"/>
        </a:buClr>
        <a:buFont typeface="Helvetica"/>
        <a:buChar char="▪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000000"/>
        </a:buClr>
        <a:buFont typeface="Helvetica"/>
        <a:buChar char="▪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Clr>
          <a:srgbClr val="000000"/>
        </a:buClr>
        <a:buFont typeface="Helvetica"/>
        <a:buChar char="▪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asa-ccp">
  <a:themeElements>
    <a:clrScheme name="nasa-ccp">
      <a:dk1>
        <a:srgbClr val="000000"/>
      </a:dk1>
      <a:lt1>
        <a:srgbClr val="FFFFFF"/>
      </a:lt1>
      <a:dk2>
        <a:srgbClr val="41556B"/>
      </a:dk2>
      <a:lt2>
        <a:srgbClr val="F0F1F3"/>
      </a:lt2>
      <a:accent1>
        <a:srgbClr val="F3AB10"/>
      </a:accent1>
      <a:accent2>
        <a:srgbClr val="002E62"/>
      </a:accent2>
      <a:accent3>
        <a:srgbClr val="41556B"/>
      </a:accent3>
      <a:accent4>
        <a:srgbClr val="D21241"/>
      </a:accent4>
      <a:accent5>
        <a:srgbClr val="FFC72C"/>
      </a:accent5>
      <a:accent6>
        <a:srgbClr val="002E62"/>
      </a:accent6>
      <a:hlink>
        <a:srgbClr val="002E62"/>
      </a:hlink>
      <a:folHlink>
        <a:srgbClr val="7030A0"/>
      </a:folHlink>
    </a:clrScheme>
    <a:fontScheme name="Helvetica">
      <a:majorFont>
        <a:latin typeface="Helvetica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1159CD"/>
    </a:custClr>
    <a:custClr name="Data 2 · Red">
      <a:srgbClr val="EF483F"/>
    </a:custClr>
    <a:custClr name="Data 3 · Orange">
      <a:srgbClr val="E8892E"/>
    </a:custClr>
    <a:custClr name="Data 4 · Slate">
      <a:srgbClr val="386470"/>
    </a:custClr>
    <a:custClr name="Data 5 · Gold">
      <a:srgbClr val="B0A26A"/>
    </a:custClr>
    <a:custClr name="Data 6 · Blue">
      <a:srgbClr val="3F83EF"/>
    </a:custClr>
    <a:custClr name="Data 7 · Red">
      <a:srgbClr val="8F0800"/>
    </a:custClr>
    <a:custClr name="Data 8 · Slate">
      <a:srgbClr val="79A3AD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nasa-ccp template</dc:title>
  <dc:creator>livery_template.py</dc:creator>
</cp:coreProperties>
</file>