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title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912" y="465658"/>
            <a:ext cx="932688" cy="798957"/>
          </a:xfrm>
          <a:prstGeom prst="rect">
            <a:avLst/>
          </a:prstGeom>
        </p:spPr>
      </p:pic>
      <p:pic>
        <p:nvPicPr>
          <p:cNvPr id="13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24" y="5541264"/>
            <a:ext cx="969264" cy="1186434"/>
          </a:xfrm>
          <a:prstGeom prst="rect">
            <a:avLst/>
          </a:prstGeom>
        </p:spPr>
      </p:pic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121920" y="2691079"/>
            <a:ext cx="11948160" cy="27432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spcBef>
                <a:spcPts val="0"/>
              </a:spcBef>
              <a:buNone/>
              <a:defRPr sz="1800" b="1" cap="all" spc="144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121920" y="2203818"/>
            <a:ext cx="11948160" cy="96012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ctr" marL="0" indent="0">
              <a:spcBef>
                <a:spcPts val="0"/>
              </a:spcBef>
              <a:buNone/>
              <a:defRPr sz="32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Subtitle"/>
          <p:cNvSpPr>
            <a:spLocks noGrp="1"/>
          </p:cNvSpPr>
          <p:nvPr>
            <p:ph type="subTitle" idx="1"/>
          </p:nvPr>
        </p:nvSpPr>
        <p:spPr>
          <a:xfrm>
            <a:off x="121920" y="3403968"/>
            <a:ext cx="11948160" cy="301409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spcBef>
                <a:spcPts val="0"/>
              </a:spcBef>
              <a:buNone/>
              <a:defRPr sz="24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87680" y="1390802"/>
            <a:ext cx="11216640" cy="515858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section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36" y="499262"/>
            <a:ext cx="1267968" cy="733806"/>
          </a:xfrm>
          <a:prstGeom prst="rect">
            <a:avLst/>
          </a:prstGeom>
        </p:spPr>
      </p:pic>
      <p:pic>
        <p:nvPicPr>
          <p:cNvPr id="13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31296" y="510921"/>
            <a:ext cx="882701" cy="726948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87680" y="2811780"/>
            <a:ext cx="112166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lnSpc>
                <a:spcPct val="90000"/>
              </a:lnSpc>
              <a:defRPr sz="2800" b="1" cap="none" baseline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487680" y="3703320"/>
            <a:ext cx="112166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487680" y="1390802"/>
            <a:ext cx="5425440" cy="515858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390802"/>
            <a:ext cx="5425440" cy="515858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487680" y="1390802"/>
            <a:ext cx="542544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487680" y="2076602"/>
            <a:ext cx="5425440" cy="447278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390802"/>
            <a:ext cx="542544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2076602"/>
            <a:ext cx="5425440" cy="447278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87680" y="1390802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6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876800" y="1390802"/>
            <a:ext cx="6827520" cy="515858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7680" y="2350922"/>
            <a:ext cx="4023360" cy="419846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closing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912" y="465658"/>
            <a:ext cx="932688" cy="798957"/>
          </a:xfrm>
          <a:prstGeom prst="rect">
            <a:avLst/>
          </a:prstGeom>
        </p:spPr>
      </p:pic>
      <p:pic>
        <p:nvPicPr>
          <p:cNvPr id="13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24" y="5541264"/>
            <a:ext cx="969264" cy="1186434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219200" y="3086100"/>
            <a:ext cx="9753600" cy="10287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ctr">
              <a:lnSpc>
                <a:spcPct val="90000"/>
              </a:lnSpc>
              <a:defRPr sz="32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219200" y="4320540"/>
            <a:ext cx="97536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defRPr sz="1600">
                <a:solidFill>
                  <a:srgbClr val="000000"/>
                </a:solidFill>
              </a:defRPr>
            </a:lvl1pPr>
            <a:lvl2pPr algn="ctr" marL="0" indent="0">
              <a:defRPr sz="1500">
                <a:solidFill>
                  <a:srgbClr val="000000"/>
                </a:solidFill>
              </a:defRPr>
            </a:lvl2pPr>
            <a:lvl3pPr algn="ctr" marL="0" indent="0"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912" y="465658"/>
            <a:ext cx="932688" cy="798957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24" y="5541264"/>
            <a:ext cx="969264" cy="1186434"/>
          </a:xfrm>
          <a:prstGeom prst="rect">
            <a:avLst/>
          </a:prstGeom>
        </p:spPr>
      </p:pic>
      <p:sp>
        <p:nvSpPr>
          <p:cNvPr id="13" name="Date"/>
          <p:cNvSpPr>
            <a:spLocks noGrp="1"/>
          </p:cNvSpPr>
          <p:nvPr>
            <p:ph type="dt" idx="20"/>
          </p:nvPr>
        </p:nvSpPr>
        <p:spPr>
          <a:xfrm>
            <a:off x="121920" y="2691079"/>
            <a:ext cx="11948160" cy="27432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spcBef>
                <a:spcPts val="0"/>
              </a:spcBef>
              <a:buNone/>
              <a:defRPr sz="1800" b="1" cap="all" spc="144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121920" y="2203818"/>
            <a:ext cx="11948160" cy="96012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ctr" marL="0" indent="0">
              <a:spcBef>
                <a:spcPts val="0"/>
              </a:spcBef>
              <a:buNone/>
              <a:defRPr sz="32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121920" y="3403968"/>
            <a:ext cx="11948160" cy="301409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spcBef>
                <a:spcPts val="0"/>
              </a:spcBef>
              <a:buNone/>
              <a:defRPr sz="24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912" y="465658"/>
            <a:ext cx="932688" cy="798957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24" y="5541264"/>
            <a:ext cx="969264" cy="118643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219200" y="3086100"/>
            <a:ext cx="9753600" cy="10287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ctr">
              <a:lnSpc>
                <a:spcPct val="90000"/>
              </a:lnSpc>
              <a:defRPr sz="32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219200" y="4320540"/>
            <a:ext cx="97536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defRPr sz="1600">
                <a:solidFill>
                  <a:srgbClr val="000000"/>
                </a:solidFill>
              </a:defRPr>
            </a:lvl1pPr>
            <a:lvl2pPr algn="ctr" marL="0" indent="0">
              <a:defRPr sz="1500">
                <a:solidFill>
                  <a:srgbClr val="000000"/>
                </a:solidFill>
              </a:defRPr>
            </a:lvl2pPr>
            <a:lvl3pPr algn="ctr" marL="0" indent="0"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1365754" y="480060"/>
            <a:ext cx="9460492" cy="802386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487680" y="1390802"/>
            <a:ext cx="11216640" cy="5158588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36" y="499262"/>
            <a:ext cx="713039" cy="733806"/>
          </a:xfrm>
          <a:prstGeom prst="rect">
            <a:avLst/>
          </a:prstGeom>
        </p:spPr>
      </p:pic>
      <p:pic>
        <p:nvPicPr>
          <p:cNvPr id="17" name="Mark insignia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31046" y="510921"/>
            <a:ext cx="882951" cy="72694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2800" b="1" kern="120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00"/>
        </a:spcBef>
        <a:buClr>
          <a:srgbClr val="000000"/>
        </a:buClr>
        <a:buFont typeface="Helvetica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000000"/>
        </a:buClr>
        <a:buFont typeface="Helvetica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000000"/>
        </a:buClr>
        <a:buFont typeface="Helvetica"/>
        <a:buChar char="▪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000000"/>
        </a:buClr>
        <a:buFont typeface="Helvetica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000000"/>
        </a:buClr>
        <a:buFont typeface="Helvetica"/>
        <a:buChar char="▪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0" kern="1200">
          <a:solidFill>
            <a:schemeClr val="tx1"/>
          </a:solidFill>
          <a:latin typeface="+mn-lt"/>
        </a:defRPr>
      </a:lvl6pPr>
      <a:lvl7pPr marL="1600200" indent="-228600" algn="l">
        <a:defRPr sz="1100" kern="1200">
          <a:solidFill>
            <a:schemeClr val="tx1"/>
          </a:solidFill>
          <a:latin typeface="+mn-lt"/>
        </a:defRPr>
      </a:lvl7pPr>
      <a:lvl8pPr marL="1828800" indent="-228600" algn="l">
        <a:defRPr sz="1100" kern="1200">
          <a:solidFill>
            <a:schemeClr val="tx1"/>
          </a:solidFill>
          <a:latin typeface="+mn-lt"/>
        </a:defRPr>
      </a:lvl8pPr>
      <a:lvl9pPr marL="2057400" indent="-228600" algn="l">
        <a:defRPr sz="11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asa-ccp">
  <a:themeElements>
    <a:clrScheme name="nasa-ccp">
      <a:dk1>
        <a:srgbClr val="000000"/>
      </a:dk1>
      <a:lt1>
        <a:srgbClr val="FFFFFF"/>
      </a:lt1>
      <a:dk2>
        <a:srgbClr val="41556B"/>
      </a:dk2>
      <a:lt2>
        <a:srgbClr val="F0F1F3"/>
      </a:lt2>
      <a:accent1>
        <a:srgbClr val="F3AB10"/>
      </a:accent1>
      <a:accent2>
        <a:srgbClr val="002E62"/>
      </a:accent2>
      <a:accent3>
        <a:srgbClr val="41556B"/>
      </a:accent3>
      <a:accent4>
        <a:srgbClr val="D21241"/>
      </a:accent4>
      <a:accent5>
        <a:srgbClr val="FFC72C"/>
      </a:accent5>
      <a:accent6>
        <a:srgbClr val="002E62"/>
      </a:accent6>
      <a:hlink>
        <a:srgbClr val="002E62"/>
      </a:hlink>
      <a:folHlink>
        <a:srgbClr val="7030A0"/>
      </a:folHlink>
    </a:clrScheme>
    <a:fontScheme name="Helvetica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Blue">
      <a:srgbClr val="1159CD"/>
    </a:custClr>
    <a:custClr name="Data 2 · Red">
      <a:srgbClr val="EF483F"/>
    </a:custClr>
    <a:custClr name="Data 3 · Orange">
      <a:srgbClr val="E8892E"/>
    </a:custClr>
    <a:custClr name="Data 4 · Slate">
      <a:srgbClr val="386470"/>
    </a:custClr>
    <a:custClr name="Data 5 · Gold">
      <a:srgbClr val="B0A26A"/>
    </a:custClr>
    <a:custClr name="Data 6 · Blue">
      <a:srgbClr val="3F83EF"/>
    </a:custClr>
    <a:custClr name="Data 7 · Red">
      <a:srgbClr val="8F0800"/>
    </a:custClr>
    <a:custClr name="Data 8 · Slate">
      <a:srgbClr val="79A3AD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nasa-ccp template</dc:title>
  <dc:creator>livery_template.py</dc:creator>
</cp:coreProperties>
</file>