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821485" cy="462915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9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20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21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  <a:lnTo>
                  <a:pt x="13760" y="9000"/>
                </a:lnTo>
                <a:cubicBezTo>
                  <a:pt x="14218" y="8249"/>
                  <a:pt x="14672" y="7476"/>
                  <a:pt x="14672" y="5781"/>
                </a:cubicBezTo>
                <a:cubicBezTo>
                  <a:pt x="14672" y="4272"/>
                  <a:pt x="12803" y="1425"/>
                  <a:pt x="1238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  <a:lnTo>
                  <a:pt x="14272" y="9000"/>
                </a:lnTo>
                <a:cubicBezTo>
                  <a:pt x="14782" y="8320"/>
                  <a:pt x="15477" y="7418"/>
                  <a:pt x="15477" y="5564"/>
                </a:cubicBezTo>
                <a:cubicBezTo>
                  <a:pt x="15477" y="3969"/>
                  <a:pt x="13379" y="1243"/>
                  <a:pt x="1284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939" y="0"/>
                </a:moveTo>
                <a:cubicBezTo>
                  <a:pt x="12299" y="1778"/>
                  <a:pt x="13869" y="4468"/>
                  <a:pt x="13869" y="6089"/>
                </a:cubicBezTo>
                <a:cubicBezTo>
                  <a:pt x="13869" y="7867"/>
                  <a:pt x="13370" y="8713"/>
                  <a:pt x="1323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381" y="0"/>
                </a:moveTo>
                <a:cubicBezTo>
                  <a:pt x="12803" y="1425"/>
                  <a:pt x="14672" y="4272"/>
                  <a:pt x="14672" y="5781"/>
                </a:cubicBezTo>
                <a:cubicBezTo>
                  <a:pt x="14672" y="7476"/>
                  <a:pt x="14218" y="8249"/>
                  <a:pt x="1376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843" y="0"/>
                </a:moveTo>
                <a:cubicBezTo>
                  <a:pt x="13379" y="1243"/>
                  <a:pt x="15477" y="3969"/>
                  <a:pt x="15477" y="5564"/>
                </a:cubicBezTo>
                <a:cubicBezTo>
                  <a:pt x="15477" y="7418"/>
                  <a:pt x="14782" y="8320"/>
                  <a:pt x="1427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1618488" cy="411480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5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band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  <a:lnTo>
                  <a:pt x="12800" y="9000"/>
                </a:lnTo>
                <a:cubicBezTo>
                  <a:pt x="13258" y="8249"/>
                  <a:pt x="13712" y="7476"/>
                  <a:pt x="13712" y="5781"/>
                </a:cubicBezTo>
                <a:cubicBezTo>
                  <a:pt x="13712" y="4272"/>
                  <a:pt x="11843" y="1425"/>
                  <a:pt x="11421" y="0"/>
                </a:cubicBez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12" name="Wave band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  <a:lnTo>
                  <a:pt x="13312" y="9000"/>
                </a:lnTo>
                <a:cubicBezTo>
                  <a:pt x="13822" y="8320"/>
                  <a:pt x="14517" y="7418"/>
                  <a:pt x="14517" y="5564"/>
                </a:cubicBezTo>
                <a:cubicBezTo>
                  <a:pt x="14517" y="3969"/>
                  <a:pt x="12419" y="1243"/>
                  <a:pt x="11883" y="0"/>
                </a:cubicBezTo>
                <a:close/>
              </a:path>
            </a:pathLst>
          </a:custGeom>
          <a:solidFill>
            <a:schemeClr val="accent1">
              <a:alpha val="10000"/>
            </a:schemeClr>
          </a:solidFill>
          <a:ln>
            <a:noFill/>
          </a:ln>
        </p:spPr>
      </p:sp>
      <p:sp>
        <p:nvSpPr>
          <p:cNvPr id="13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4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5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6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2023567" cy="514350"/>
          </a:xfrm>
          <a:prstGeom prst="rect">
            <a:avLst/>
          </a:prstGeom>
        </p:spPr>
      </p:pic>
      <p:sp>
        <p:nvSpPr>
          <p:cNvPr id="17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1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1821485" cy="462915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211705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Date"/>
          <p:cNvSpPr>
            <a:spLocks noGrp="1"/>
          </p:cNvSpPr>
          <p:nvPr>
            <p:ph type="dt" idx="20"/>
          </p:nvPr>
        </p:nvSpPr>
        <p:spPr>
          <a:xfrm>
            <a:off x="548640" y="1928812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800" b="1" cap="all">
                <a:solidFill>
                  <a:srgbClr val="00357A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7" name="Title"/>
          <p:cNvSpPr>
            <a:spLocks noGrp="1"/>
          </p:cNvSpPr>
          <p:nvPr>
            <p:ph type="ctrTitle"/>
          </p:nvPr>
        </p:nvSpPr>
        <p:spPr>
          <a:xfrm>
            <a:off x="548640" y="2211705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2200" b="1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8" name="Title rule"/>
          <p:cNvCxnSpPr/>
          <p:nvPr userDrawn="1"/>
        </p:nvCxnSpPr>
        <p:spPr>
          <a:xfrm>
            <a:off x="548640" y="3163252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9" name="Subtitle"/>
          <p:cNvSpPr>
            <a:spLocks noGrp="1"/>
          </p:cNvSpPr>
          <p:nvPr>
            <p:ph type="subTitle" idx="1"/>
          </p:nvPr>
        </p:nvSpPr>
        <p:spPr>
          <a:xfrm>
            <a:off x="548640" y="3291840"/>
            <a:ext cx="4572000" cy="113157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500" b="0">
                <a:solidFill>
                  <a:srgbClr val="00357A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20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2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0979" y="0"/>
                </a:moveTo>
                <a:cubicBezTo>
                  <a:pt x="11339" y="1778"/>
                  <a:pt x="12909" y="4468"/>
                  <a:pt x="12909" y="6089"/>
                </a:cubicBezTo>
                <a:cubicBezTo>
                  <a:pt x="12909" y="7867"/>
                  <a:pt x="12410" y="8713"/>
                  <a:pt x="12278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2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421" y="0"/>
                </a:moveTo>
                <a:cubicBezTo>
                  <a:pt x="11843" y="1425"/>
                  <a:pt x="13712" y="4272"/>
                  <a:pt x="13712" y="5781"/>
                </a:cubicBezTo>
                <a:cubicBezTo>
                  <a:pt x="13712" y="7476"/>
                  <a:pt x="13258" y="8249"/>
                  <a:pt x="12800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sp>
        <p:nvSpPr>
          <p:cNvPr id="13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1883" y="0"/>
                </a:moveTo>
                <a:cubicBezTo>
                  <a:pt x="12419" y="1243"/>
                  <a:pt x="14517" y="3969"/>
                  <a:pt x="14517" y="5564"/>
                </a:cubicBezTo>
                <a:cubicBezTo>
                  <a:pt x="14517" y="7418"/>
                  <a:pt x="13822" y="8320"/>
                  <a:pt x="13312" y="9000"/>
                </a:cubicBezTo>
              </a:path>
            </a:pathLst>
          </a:custGeom>
          <a:noFill/>
          <a:ln w="13716">
            <a:solidFill>
              <a:schemeClr val="accent1"/>
            </a:solidFill>
          </a:ln>
        </p:spPr>
      </p:sp>
      <p:pic>
        <p:nvPicPr>
          <p:cNvPr id="14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2023567" cy="514350"/>
          </a:xfrm>
          <a:prstGeom prst="rect">
            <a:avLst/>
          </a:prstGeom>
        </p:spPr>
      </p:pic>
      <p:sp>
        <p:nvSpPr>
          <p:cNvPr id="15" name="Title tab"/>
          <p:cNvSpPr/>
          <p:nvPr userDrawn="1"/>
        </p:nvSpPr>
        <p:spPr>
          <a:xfrm>
            <a:off x="0" y="2366010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548640" y="1131570"/>
            <a:ext cx="5669280" cy="16973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000" b="1">
                <a:solidFill>
                  <a:srgbClr val="00357A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548640" y="2983230"/>
            <a:ext cx="5669280" cy="15430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00357A"/>
                </a:solidFill>
              </a:defRPr>
            </a:lvl1pPr>
            <a:lvl2pPr>
              <a:defRPr sz="1100">
                <a:solidFill>
                  <a:srgbClr val="00357A"/>
                </a:solidFill>
              </a:defRPr>
            </a:lvl2pPr>
            <a:lvl3pPr>
              <a:defRPr sz="1000">
                <a:solidFill>
                  <a:srgbClr val="00357A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rgbClr val="00357A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9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rgbClr val="00357A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Wave line 1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099" y="0"/>
                </a:moveTo>
                <a:cubicBezTo>
                  <a:pt x="12459" y="1778"/>
                  <a:pt x="14029" y="4468"/>
                  <a:pt x="14029" y="6089"/>
                </a:cubicBezTo>
                <a:cubicBezTo>
                  <a:pt x="14029" y="7867"/>
                  <a:pt x="13530" y="8713"/>
                  <a:pt x="13398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6" name="Wave line 2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2541" y="0"/>
                </a:moveTo>
                <a:cubicBezTo>
                  <a:pt x="12963" y="1425"/>
                  <a:pt x="14832" y="4272"/>
                  <a:pt x="14832" y="5781"/>
                </a:cubicBezTo>
                <a:cubicBezTo>
                  <a:pt x="14832" y="7476"/>
                  <a:pt x="14378" y="8249"/>
                  <a:pt x="13920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7" name="Wave line 3"/>
          <p:cNvSpPr/>
          <p:nvPr userDrawn="1"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0" t="0" r="r" b="b"/>
            <a:pathLst>
              <a:path w="16000" h="9000" fill="none">
                <a:moveTo>
                  <a:pt x="13003" y="0"/>
                </a:moveTo>
                <a:cubicBezTo>
                  <a:pt x="13539" y="1243"/>
                  <a:pt x="15637" y="3969"/>
                  <a:pt x="15637" y="5564"/>
                </a:cubicBezTo>
                <a:cubicBezTo>
                  <a:pt x="15637" y="7418"/>
                  <a:pt x="14942" y="8320"/>
                  <a:pt x="14432" y="9000"/>
                </a:cubicBezTo>
              </a:path>
            </a:pathLst>
          </a:custGeom>
          <a:noFill/>
          <a:ln w="13716">
            <a:solidFill>
              <a:schemeClr val="lt2"/>
            </a:solidFill>
          </a:ln>
        </p:spPr>
      </p:sp>
      <p:sp>
        <p:nvSpPr>
          <p:cNvPr id="11" name="Title tab"/>
          <p:cNvSpPr/>
          <p:nvPr userDrawn="1"/>
        </p:nvSpPr>
        <p:spPr>
          <a:xfrm>
            <a:off x="0" y="252032"/>
            <a:ext cx="164592" cy="4906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9525">
            <a:solidFill>
              <a:schemeClr val="tx1">
                <a:alpha val="30000"/>
              </a:schemeClr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2032"/>
            <a:ext cx="6515016" cy="490690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9144" y="4860608"/>
            <a:ext cx="356616" cy="272606"/>
          </a:xfrm>
        </p:spPr>
        <p:txBody>
          <a:bodyPr anchor="ctr"/>
          <a:lstStyle>
            <a:lvl1pPr algn="ctr">
              <a:defRPr sz="7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Date Placeholder"/>
          <p:cNvSpPr>
            <a:spLocks noGrp="1"/>
          </p:cNvSpPr>
          <p:nvPr>
            <p:ph type="dt" sz="half" idx="20"/>
          </p:nvPr>
        </p:nvSpPr>
        <p:spPr>
          <a:xfrm>
            <a:off x="7827264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21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8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92256" y="274149"/>
            <a:ext cx="1303104" cy="331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0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car">
  <a:themeElements>
    <a:clrScheme name="ncar">
      <a:dk1>
        <a:srgbClr val="00357A"/>
      </a:dk1>
      <a:lt1>
        <a:srgbClr val="FFFFFF"/>
      </a:lt1>
      <a:dk2>
        <a:srgbClr val="0057C2"/>
      </a:dk2>
      <a:lt2>
        <a:srgbClr val="F1F0EE"/>
      </a:lt2>
      <a:accent1>
        <a:srgbClr val="42C0FF"/>
      </a:accent1>
      <a:accent2>
        <a:srgbClr val="00818F"/>
      </a:accent2>
      <a:accent3>
        <a:srgbClr val="011837"/>
      </a:accent3>
      <a:accent4>
        <a:srgbClr val="FAA119"/>
      </a:accent4>
      <a:accent5>
        <a:srgbClr val="FFDD31"/>
      </a:accent5>
      <a:accent6>
        <a:srgbClr val="0057C2"/>
      </a:accent6>
      <a:hlink>
        <a:srgbClr val="0057C2"/>
      </a:hlink>
      <a:folHlink>
        <a:srgbClr val="00818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Blue">
      <a:srgbClr val="0057C2"/>
    </a:custClr>
    <a:custClr name="Data 2 · Orange">
      <a:srgbClr val="E0681A"/>
    </a:custClr>
    <a:custClr name="Data 3 · Teal">
      <a:srgbClr val="00A2B4"/>
    </a:custClr>
    <a:custClr name="Data 4 · Pink">
      <a:srgbClr val="D4246B"/>
    </a:custClr>
    <a:custClr name="Data 5 · Gold">
      <a:srgbClr val="9A7B00"/>
    </a:custClr>
    <a:custClr name="Data 6 · Purple">
      <a:srgbClr val="6B46C1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ncar template</dc:title>
  <dc:creator>livery_template.py</dc:creator>
</cp:coreProperties>
</file>