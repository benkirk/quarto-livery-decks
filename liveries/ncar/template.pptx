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18488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515016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2256" y="274149"/>
            <a:ext cx="1303104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