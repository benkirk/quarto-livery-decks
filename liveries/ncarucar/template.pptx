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484071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319479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648663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484071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648663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A9B8CB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6756160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33400" y="274149"/>
            <a:ext cx="1061960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ucar">
  <a:themeElements>
    <a:clrScheme name="ncaru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0057C2"/>
    </a:custClr>
    <a:custClr name="Data 2 · Orange">
      <a:srgbClr val="E0681A"/>
    </a:custClr>
    <a:custClr name="Data 3 · Teal">
      <a:srgbClr val="00A2B4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ncarucar template</dc:title>
  <dc:creator>livery_template.py</dc:creator>
</cp:coreProperties>
</file>