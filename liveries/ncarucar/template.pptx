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1484071" cy="462915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211705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548640" y="1928812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8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548640" y="2211705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548640" y="3163252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548640" y="3291840"/>
            <a:ext cx="4572000" cy="11315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1319479" cy="41148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48640" y="2068716"/>
            <a:ext cx="5669280" cy="61722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548640" y="2737371"/>
            <a:ext cx="5669280" cy="6840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54864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70916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54864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470916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470916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48640" y="857421"/>
            <a:ext cx="3017520" cy="6686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15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840480" y="857421"/>
            <a:ext cx="475488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577511"/>
            <a:ext cx="3017520" cy="3165824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1648663" cy="51435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366010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48640" y="1131570"/>
            <a:ext cx="5669280" cy="16973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548640" y="2983230"/>
            <a:ext cx="5669280" cy="15430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1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1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1484071" cy="462915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211705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Date"/>
          <p:cNvSpPr>
            <a:spLocks noGrp="1"/>
          </p:cNvSpPr>
          <p:nvPr>
            <p:ph type="dt" idx="20"/>
          </p:nvPr>
        </p:nvSpPr>
        <p:spPr>
          <a:xfrm>
            <a:off x="548640" y="1928812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800" b="1" cap="all">
                <a:solidFill>
                  <a:srgbClr val="00357A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7" name="Title"/>
          <p:cNvSpPr>
            <a:spLocks noGrp="1"/>
          </p:cNvSpPr>
          <p:nvPr>
            <p:ph type="ctrTitle"/>
          </p:nvPr>
        </p:nvSpPr>
        <p:spPr>
          <a:xfrm>
            <a:off x="548640" y="2211705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8" name="Title rule"/>
          <p:cNvCxnSpPr/>
          <p:nvPr userDrawn="1"/>
        </p:nvCxnSpPr>
        <p:spPr>
          <a:xfrm>
            <a:off x="548640" y="3163252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548640" y="3291840"/>
            <a:ext cx="4572000" cy="11315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1648663" cy="51435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366010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548640" y="1131570"/>
            <a:ext cx="5669280" cy="16973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357A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548640" y="2983230"/>
            <a:ext cx="5669280" cy="15430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00357A"/>
                </a:solidFill>
              </a:defRPr>
            </a:lvl1pPr>
            <a:lvl2pPr>
              <a:defRPr sz="1100">
                <a:solidFill>
                  <a:srgbClr val="00357A"/>
                </a:solidFill>
              </a:defRPr>
            </a:lvl2pPr>
            <a:lvl3pPr>
              <a:defRPr sz="1000">
                <a:solidFill>
                  <a:srgbClr val="00357A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251517"/>
            <a:ext cx="164592" cy="4001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548640" y="742721"/>
            <a:ext cx="804672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548640" y="251517"/>
            <a:ext cx="6756160" cy="400164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 lIns="0" tIns="34290" rIns="0" bIns="3429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33400" y="274149"/>
            <a:ext cx="1061960" cy="331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342900" rtl="0" eaLnBrk="1" latinLnBrk="0" hangingPunct="1">
        <a:spcBef>
          <a:spcPct val="0"/>
        </a:spcBef>
        <a:buNone/>
        <a:defRPr sz="20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3429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342900" rtl="0" eaLnBrk="1" latinLnBrk="0" hangingPunct="1">
        <a:lnSpc>
          <a:spcPct val="100000"/>
        </a:lnSpc>
        <a:spcBef>
          <a:spcPts val="360"/>
        </a:spcBef>
        <a:buFont typeface="Wingdings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342900" rtl="0" eaLnBrk="1" latinLnBrk="0" hangingPunct="1">
        <a:lnSpc>
          <a:spcPct val="100000"/>
        </a:lnSpc>
        <a:spcBef>
          <a:spcPts val="360"/>
        </a:spcBef>
        <a:buFont typeface="Courier New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>
        <a:defRPr sz="800" kern="1200">
          <a:solidFill>
            <a:schemeClr val="tx1"/>
          </a:solidFill>
          <a:latin typeface="+mn-lt"/>
        </a:defRPr>
      </a:lvl6pPr>
      <a:lvl7pPr marL="1200150" indent="-171450" algn="l">
        <a:defRPr sz="800" kern="1200">
          <a:solidFill>
            <a:schemeClr val="tx1"/>
          </a:solidFill>
          <a:latin typeface="+mn-lt"/>
        </a:defRPr>
      </a:lvl7pPr>
      <a:lvl8pPr marL="1371600" indent="-171450" algn="l">
        <a:defRPr sz="800" kern="1200">
          <a:solidFill>
            <a:schemeClr val="tx1"/>
          </a:solidFill>
          <a:latin typeface="+mn-lt"/>
        </a:defRPr>
      </a:lvl8pPr>
      <a:lvl9pPr marL="1543050" indent="-171450" algn="l">
        <a:defRPr sz="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carucar">
  <a:themeElements>
    <a:clrScheme name="ncarucar">
      <a:dk1>
        <a:srgbClr val="00357A"/>
      </a:dk1>
      <a:lt1>
        <a:srgbClr val="FFFFFF"/>
      </a:lt1>
      <a:dk2>
        <a:srgbClr val="0057C2"/>
      </a:dk2>
      <a:lt2>
        <a:srgbClr val="F1F0EE"/>
      </a:lt2>
      <a:accent1>
        <a:srgbClr val="42C0FF"/>
      </a:accent1>
      <a:accent2>
        <a:srgbClr val="00818F"/>
      </a:accent2>
      <a:accent3>
        <a:srgbClr val="011837"/>
      </a:accent3>
      <a:accent4>
        <a:srgbClr val="FAA119"/>
      </a:accent4>
      <a:accent5>
        <a:srgbClr val="FFDD31"/>
      </a:accent5>
      <a:accent6>
        <a:srgbClr val="0057C2"/>
      </a:accent6>
      <a:hlink>
        <a:srgbClr val="0057C2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Data 1 · Blue">
      <a:srgbClr val="0057C2"/>
    </a:custClr>
    <a:custClr name="Data 2 · Orange">
      <a:srgbClr val="E0681A"/>
    </a:custClr>
    <a:custClr name="Data 3 · Teal">
      <a:srgbClr val="00A2B4"/>
    </a:custClr>
    <a:custClr name="Data 4 · Pink">
      <a:srgbClr val="D4246B"/>
    </a:custClr>
    <a:custClr name="Data 5 · Gold">
      <a:srgbClr val="9A7B00"/>
    </a:custClr>
    <a:custClr name="Data 6 · Purple">
      <a:srgbClr val="6B46C1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ncarucar template</dc:title>
  <dc:creator>livery_template.py</dc:creator>
</cp:coreProperties>
</file>