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277417" cy="462915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1135685" cy="41148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5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419149" cy="51435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11837"/>
                </a:solidFill>
              </a:defRPr>
            </a:lvl1pPr>
            <a:lvl2pPr>
              <a:defRPr sz="1100">
                <a:solidFill>
                  <a:srgbClr val="011837"/>
                </a:solidFill>
              </a:defRPr>
            </a:lvl2pPr>
            <a:lvl3pPr>
              <a:defRPr sz="100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277417" cy="462915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419149" cy="51435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0357A"/>
                </a:solidFill>
              </a:defRPr>
            </a:lvl1pPr>
            <a:lvl2pPr>
              <a:defRPr sz="1100">
                <a:solidFill>
                  <a:srgbClr val="00357A"/>
                </a:solidFill>
              </a:defRPr>
            </a:lvl2pPr>
            <a:lvl3pPr>
              <a:defRPr sz="10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251517"/>
            <a:ext cx="164592" cy="400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1517"/>
            <a:ext cx="6904225" cy="400164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1465" y="274149"/>
            <a:ext cx="913895" cy="331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p">
  <a:themeElements>
    <a:clrScheme name="ucp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Teal">
      <a:srgbClr val="00A2B4"/>
    </a:custClr>
    <a:custClr name="Data 2 · Orange">
      <a:srgbClr val="E0681A"/>
    </a:custClr>
    <a:custClr name="Data 3 · Blue">
      <a:srgbClr val="0057C2"/>
    </a:custClr>
    <a:custClr name="Data 4 · Pink">
      <a:srgbClr val="D4246B"/>
    </a:custClr>
    <a:custClr name="Data 5 · Gold">
      <a:srgbClr val="9A7B00"/>
    </a:custClr>
    <a:custClr name="Data 6 · Purple">
      <a:srgbClr val="6B46C1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ucp template</dc:title>
  <dc:creator>livery_template.py</dc:creator>
</cp:coreProperties>
</file>