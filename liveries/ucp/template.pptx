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1277417" cy="462915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211705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Date"/>
          <p:cNvSpPr>
            <a:spLocks noGrp="1"/>
          </p:cNvSpPr>
          <p:nvPr>
            <p:ph type="dt" idx="20"/>
          </p:nvPr>
        </p:nvSpPr>
        <p:spPr>
          <a:xfrm>
            <a:off x="548640" y="1928812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800" b="1" cap="all">
                <a:solidFill>
                  <a:srgbClr val="011837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9" name="Title"/>
          <p:cNvSpPr>
            <a:spLocks noGrp="1"/>
          </p:cNvSpPr>
          <p:nvPr>
            <p:ph type="ctrTitle"/>
          </p:nvPr>
        </p:nvSpPr>
        <p:spPr>
          <a:xfrm>
            <a:off x="548640" y="2211705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200" b="1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20" name="Title rule"/>
          <p:cNvCxnSpPr/>
          <p:nvPr userDrawn="1"/>
        </p:nvCxnSpPr>
        <p:spPr>
          <a:xfrm>
            <a:off x="548640" y="3163252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21" name="Subtitle"/>
          <p:cNvSpPr>
            <a:spLocks noGrp="1"/>
          </p:cNvSpPr>
          <p:nvPr>
            <p:ph type="subTitle" idx="1"/>
          </p:nvPr>
        </p:nvSpPr>
        <p:spPr>
          <a:xfrm>
            <a:off x="548640" y="3291840"/>
            <a:ext cx="4572000" cy="11315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  <a:lnTo>
                  <a:pt x="13760" y="9000"/>
                </a:lnTo>
                <a:cubicBezTo>
                  <a:pt x="14218" y="8249"/>
                  <a:pt x="14672" y="7476"/>
                  <a:pt x="14672" y="5781"/>
                </a:cubicBezTo>
                <a:cubicBezTo>
                  <a:pt x="14672" y="4272"/>
                  <a:pt x="12803" y="1425"/>
                  <a:pt x="1238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  <a:lnTo>
                  <a:pt x="14272" y="9000"/>
                </a:lnTo>
                <a:cubicBezTo>
                  <a:pt x="14782" y="8320"/>
                  <a:pt x="15477" y="7418"/>
                  <a:pt x="15477" y="5564"/>
                </a:cubicBezTo>
                <a:cubicBezTo>
                  <a:pt x="15477" y="3969"/>
                  <a:pt x="13379" y="1243"/>
                  <a:pt x="1284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843" y="0"/>
                </a:moveTo>
                <a:cubicBezTo>
                  <a:pt x="13379" y="1243"/>
                  <a:pt x="15477" y="3969"/>
                  <a:pt x="15477" y="5564"/>
                </a:cubicBezTo>
                <a:cubicBezTo>
                  <a:pt x="15477" y="7418"/>
                  <a:pt x="14782" y="8320"/>
                  <a:pt x="1427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1135685" cy="411480"/>
          </a:xfrm>
          <a:prstGeom prst="rect">
            <a:avLst/>
          </a:prstGeom>
        </p:spPr>
      </p:pic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548640" y="2068716"/>
            <a:ext cx="5669280" cy="61722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 cap="none" baseline="0">
                <a:solidFill>
                  <a:srgbClr val="011837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idx="1"/>
          </p:nvPr>
        </p:nvSpPr>
        <p:spPr>
          <a:xfrm>
            <a:off x="548640" y="2737371"/>
            <a:ext cx="5669280" cy="684086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54864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470916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5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54864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470916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5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470916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48640" y="857421"/>
            <a:ext cx="3017520" cy="6686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5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3840480" y="857421"/>
            <a:ext cx="475488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8640" y="1577511"/>
            <a:ext cx="3017520" cy="3165824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0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1419149" cy="51435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366010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548640" y="1131570"/>
            <a:ext cx="5669280" cy="16973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>
                <a:solidFill>
                  <a:srgbClr val="011837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548640" y="2983230"/>
            <a:ext cx="5669280" cy="154305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011837"/>
                </a:solidFill>
              </a:defRPr>
            </a:lvl1pPr>
            <a:lvl2pPr>
              <a:defRPr sz="1100">
                <a:solidFill>
                  <a:srgbClr val="011837"/>
                </a:solidFill>
              </a:defRPr>
            </a:lvl2pPr>
            <a:lvl3pPr>
              <a:defRPr sz="1000">
                <a:solidFill>
                  <a:srgbClr val="011837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1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1277417" cy="462915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211705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Date"/>
          <p:cNvSpPr>
            <a:spLocks noGrp="1"/>
          </p:cNvSpPr>
          <p:nvPr>
            <p:ph type="dt" idx="20"/>
          </p:nvPr>
        </p:nvSpPr>
        <p:spPr>
          <a:xfrm>
            <a:off x="548640" y="1928812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800" b="1" cap="all">
                <a:solidFill>
                  <a:srgbClr val="00357A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7" name="Title"/>
          <p:cNvSpPr>
            <a:spLocks noGrp="1"/>
          </p:cNvSpPr>
          <p:nvPr>
            <p:ph type="ctrTitle"/>
          </p:nvPr>
        </p:nvSpPr>
        <p:spPr>
          <a:xfrm>
            <a:off x="548640" y="2211705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200" b="1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8" name="Title rule"/>
          <p:cNvCxnSpPr/>
          <p:nvPr userDrawn="1"/>
        </p:nvCxnSpPr>
        <p:spPr>
          <a:xfrm>
            <a:off x="548640" y="3163252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19" name="Subtitle"/>
          <p:cNvSpPr>
            <a:spLocks noGrp="1"/>
          </p:cNvSpPr>
          <p:nvPr>
            <p:ph type="subTitle" idx="1"/>
          </p:nvPr>
        </p:nvSpPr>
        <p:spPr>
          <a:xfrm>
            <a:off x="548640" y="3291840"/>
            <a:ext cx="4572000" cy="11315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1419149" cy="51435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366010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548640" y="1131570"/>
            <a:ext cx="5669280" cy="16973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>
                <a:solidFill>
                  <a:srgbClr val="00357A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548640" y="2983230"/>
            <a:ext cx="5669280" cy="154305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00357A"/>
                </a:solidFill>
              </a:defRPr>
            </a:lvl1pPr>
            <a:lvl2pPr>
              <a:defRPr sz="1100">
                <a:solidFill>
                  <a:srgbClr val="00357A"/>
                </a:solidFill>
              </a:defRPr>
            </a:lvl2pPr>
            <a:lvl3pPr>
              <a:defRPr sz="1000">
                <a:solidFill>
                  <a:srgbClr val="00357A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099" y="0"/>
                </a:moveTo>
                <a:cubicBezTo>
                  <a:pt x="12459" y="1778"/>
                  <a:pt x="14029" y="4468"/>
                  <a:pt x="14029" y="6089"/>
                </a:cubicBezTo>
                <a:cubicBezTo>
                  <a:pt x="14029" y="7867"/>
                  <a:pt x="13530" y="8713"/>
                  <a:pt x="13398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6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541" y="0"/>
                </a:moveTo>
                <a:cubicBezTo>
                  <a:pt x="12963" y="1425"/>
                  <a:pt x="14832" y="4272"/>
                  <a:pt x="14832" y="5781"/>
                </a:cubicBezTo>
                <a:cubicBezTo>
                  <a:pt x="14832" y="7476"/>
                  <a:pt x="14378" y="8249"/>
                  <a:pt x="13920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7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3003" y="0"/>
                </a:moveTo>
                <a:cubicBezTo>
                  <a:pt x="13539" y="1243"/>
                  <a:pt x="15637" y="3969"/>
                  <a:pt x="15637" y="5564"/>
                </a:cubicBezTo>
                <a:cubicBezTo>
                  <a:pt x="15637" y="7418"/>
                  <a:pt x="14942" y="8320"/>
                  <a:pt x="14432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1" name="Title tab"/>
          <p:cNvSpPr/>
          <p:nvPr userDrawn="1"/>
        </p:nvSpPr>
        <p:spPr>
          <a:xfrm>
            <a:off x="0" y="252032"/>
            <a:ext cx="164592" cy="49069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548640" y="742721"/>
            <a:ext cx="804672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548640" y="252032"/>
            <a:ext cx="6904225" cy="490690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 lIns="0" tIns="34290" rIns="0" bIns="3429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8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681465" y="274149"/>
            <a:ext cx="913895" cy="33124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342900" rtl="0" eaLnBrk="1" latinLnBrk="0" hangingPunct="1">
        <a:spcBef>
          <a:spcPct val="0"/>
        </a:spcBef>
        <a:buNone/>
        <a:defRPr sz="20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342900" rtl="0" eaLnBrk="1" latinLnBrk="0" hangingPunct="1">
        <a:lnSpc>
          <a:spcPct val="100000"/>
        </a:lnSpc>
        <a:spcBef>
          <a:spcPts val="600"/>
        </a:spcBef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71450" algn="l" defTabSz="342900" rtl="0" eaLnBrk="1" latinLnBrk="0" hangingPunct="1">
        <a:lnSpc>
          <a:spcPct val="100000"/>
        </a:lnSpc>
        <a:spcBef>
          <a:spcPts val="360"/>
        </a:spcBef>
        <a:buFont typeface="Wingdings"/>
        <a:buChar char="§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indent="-171450" algn="l" defTabSz="342900" rtl="0" eaLnBrk="1" latinLnBrk="0" hangingPunct="1">
        <a:lnSpc>
          <a:spcPct val="100000"/>
        </a:lnSpc>
        <a:spcBef>
          <a:spcPts val="360"/>
        </a:spcBef>
        <a:buFont typeface="Courier New"/>
        <a:buChar char="o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–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85725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»"/>
        <a:defRPr sz="800" kern="1200">
          <a:solidFill>
            <a:schemeClr val="tx1"/>
          </a:solidFill>
          <a:latin typeface="+mn-lt"/>
          <a:ea typeface="+mn-ea"/>
          <a:cs typeface="+mn-cs"/>
        </a:defRPr>
      </a:lvl5pPr>
      <a:lvl6pPr marL="1028700" indent="-171450" algn="l">
        <a:defRPr sz="800" kern="1200">
          <a:solidFill>
            <a:schemeClr val="tx1"/>
          </a:solidFill>
          <a:latin typeface="+mn-lt"/>
        </a:defRPr>
      </a:lvl6pPr>
      <a:lvl7pPr marL="1200150" indent="-171450" algn="l">
        <a:defRPr sz="800" kern="1200">
          <a:solidFill>
            <a:schemeClr val="tx1"/>
          </a:solidFill>
          <a:latin typeface="+mn-lt"/>
        </a:defRPr>
      </a:lvl7pPr>
      <a:lvl8pPr marL="1371600" indent="-171450" algn="l">
        <a:defRPr sz="800" kern="1200">
          <a:solidFill>
            <a:schemeClr val="tx1"/>
          </a:solidFill>
          <a:latin typeface="+mn-lt"/>
        </a:defRPr>
      </a:lvl8pPr>
      <a:lvl9pPr marL="1543050" indent="-171450" algn="l">
        <a:defRPr sz="8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ucp">
  <a:themeElements>
    <a:clrScheme name="ucp">
      <a:dk1>
        <a:srgbClr val="00357A"/>
      </a:dk1>
      <a:lt1>
        <a:srgbClr val="FFFFFF"/>
      </a:lt1>
      <a:dk2>
        <a:srgbClr val="00A2B4"/>
      </a:dk2>
      <a:lt2>
        <a:srgbClr val="F1F0EE"/>
      </a:lt2>
      <a:accent1>
        <a:srgbClr val="34E1F4"/>
      </a:accent1>
      <a:accent2>
        <a:srgbClr val="00818F"/>
      </a:accent2>
      <a:accent3>
        <a:srgbClr val="011837"/>
      </a:accent3>
      <a:accent4>
        <a:srgbClr val="FFDD31"/>
      </a:accent4>
      <a:accent5>
        <a:srgbClr val="FFDD31"/>
      </a:accent5>
      <a:accent6>
        <a:srgbClr val="00818F"/>
      </a:accent6>
      <a:hlink>
        <a:srgbClr val="00A2B4"/>
      </a:hlink>
      <a:folHlink>
        <a:srgbClr val="00818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Teal">
      <a:srgbClr val="00A2B4"/>
    </a:custClr>
    <a:custClr name="Data 2 · Orange">
      <a:srgbClr val="E0681A"/>
    </a:custClr>
    <a:custClr name="Data 3 · Blue">
      <a:srgbClr val="0057C2"/>
    </a:custClr>
    <a:custClr name="Data 4 · Pink">
      <a:srgbClr val="D4246B"/>
    </a:custClr>
    <a:custClr name="Data 5 · Gold">
      <a:srgbClr val="9A7B00"/>
    </a:custClr>
    <a:custClr name="Data 6 · Purple">
      <a:srgbClr val="6B46C1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ucp template</dc:title>
  <dc:creator>livery_template.py</dc:creator>
</cp:coreProperties>
</file>