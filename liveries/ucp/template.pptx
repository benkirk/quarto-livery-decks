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135685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904225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81465" y="274149"/>
            <a:ext cx="913895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