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2488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6769772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47012" y="274149"/>
            <a:ext cx="1048348" cy="2654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Teal">
      <a:srgbClr val="00A2B4"/>
    </a:custClr>
    <a:custClr name="Data 2 · Orange">
      <a:srgbClr val="E0681A"/>
    </a:custClr>
    <a:custClr name="Data 3 · Blue">
      <a:srgbClr val="0057C2"/>
    </a:custClr>
    <a:custClr name="Data 4 · Pink">
      <a:srgbClr val="D4246B"/>
    </a:custClr>
    <a:custClr name="Data 5 · Gold">
      <a:srgbClr val="9A7B00"/>
    </a:custClr>
    <a:custClr name="Data 6 · Purple">
      <a:srgbClr val="6B46C1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