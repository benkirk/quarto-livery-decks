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9144000" cy="5143500" type="screen16x9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11480"/>
            <a:ext cx="1624889" cy="41148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548640" y="2068716"/>
            <a:ext cx="5669280" cy="617220"/>
          </a:xfrm>
          <a:prstGeom prst="rect">
            <a:avLst/>
          </a:prstGeom>
        </p:spPr>
        <p:txBody>
          <a:bodyPr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548640" y="2737371"/>
            <a:ext cx="5669280" cy="684086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54864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4709160" y="857421"/>
            <a:ext cx="388620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54864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4709160" y="857421"/>
            <a:ext cx="3886200" cy="462915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5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4709160" y="1371771"/>
            <a:ext cx="3886200" cy="337156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48640" y="857421"/>
            <a:ext cx="3017520" cy="6686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15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3840480" y="857421"/>
            <a:ext cx="4754880" cy="3885914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548640" y="1577511"/>
            <a:ext cx="3017520" cy="3165824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0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6" name="Logo (primary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11837"/>
                </a:solidFill>
              </a:defRPr>
            </a:lvl1pPr>
            <a:lvl2pPr>
              <a:defRPr sz="1100">
                <a:solidFill>
                  <a:srgbClr val="011837"/>
                </a:solidFill>
              </a:defRPr>
            </a:lvl2pPr>
            <a:lvl3pPr>
              <a:defRPr sz="1000">
                <a:solidFill>
                  <a:srgbClr val="011837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1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308610"/>
            <a:ext cx="1828800" cy="462915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211705"/>
            <a:ext cx="164592" cy="82296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Date"/>
          <p:cNvSpPr>
            <a:spLocks noGrp="1"/>
          </p:cNvSpPr>
          <p:nvPr>
            <p:ph type="dt" idx="20"/>
          </p:nvPr>
        </p:nvSpPr>
        <p:spPr>
          <a:xfrm>
            <a:off x="548640" y="1928812"/>
            <a:ext cx="4572000" cy="231458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800" b="1" cap="all">
                <a:solidFill>
                  <a:srgbClr val="00357A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7" name="Title"/>
          <p:cNvSpPr>
            <a:spLocks noGrp="1"/>
          </p:cNvSpPr>
          <p:nvPr>
            <p:ph type="ctrTitle"/>
          </p:nvPr>
        </p:nvSpPr>
        <p:spPr>
          <a:xfrm>
            <a:off x="548640" y="2211705"/>
            <a:ext cx="4572000" cy="8229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2200" b="1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18" name="Title rule"/>
          <p:cNvCxnSpPr/>
          <p:nvPr userDrawn="1"/>
        </p:nvCxnSpPr>
        <p:spPr>
          <a:xfrm>
            <a:off x="548640" y="3163252"/>
            <a:ext cx="1188720" cy="0"/>
          </a:xfrm>
          <a:prstGeom prst="line">
            <a:avLst/>
          </a:prstGeom>
          <a:ln w="16974">
            <a:solidFill>
              <a:schemeClr val="accent1"/>
            </a:solidFill>
          </a:ln>
        </p:spPr>
      </p:cxnSp>
      <p:sp>
        <p:nvSpPr>
          <p:cNvPr id="19" name="Subtitle"/>
          <p:cNvSpPr>
            <a:spLocks noGrp="1"/>
          </p:cNvSpPr>
          <p:nvPr>
            <p:ph type="subTitle" idx="1"/>
          </p:nvPr>
        </p:nvSpPr>
        <p:spPr>
          <a:xfrm>
            <a:off x="548640" y="3291840"/>
            <a:ext cx="4572000" cy="113157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500" b="0">
                <a:solidFill>
                  <a:srgbClr val="00357A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0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2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showMasterSp="0">
  <p:cSld name="Closing (light)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2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sp>
        <p:nvSpPr>
          <p:cNvPr id="13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3716">
            <a:solidFill>
              <a:schemeClr val="accent1"/>
            </a:solidFill>
          </a:ln>
        </p:spPr>
      </p:sp>
      <p:pic>
        <p:nvPicPr>
          <p:cNvPr id="14" name="Logo (background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48640" y="462915"/>
            <a:ext cx="2031797" cy="514350"/>
          </a:xfrm>
          <a:prstGeom prst="rect">
            <a:avLst/>
          </a:prstGeom>
        </p:spPr>
      </p:pic>
      <p:sp>
        <p:nvSpPr>
          <p:cNvPr id="15" name="Title tab"/>
          <p:cNvSpPr/>
          <p:nvPr userDrawn="1"/>
        </p:nvSpPr>
        <p:spPr>
          <a:xfrm>
            <a:off x="0" y="2366010"/>
            <a:ext cx="164592" cy="38576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6" name="Title 1"/>
          <p:cNvSpPr>
            <a:spLocks noGrp="1"/>
          </p:cNvSpPr>
          <p:nvPr>
            <p:ph type="title"/>
          </p:nvPr>
        </p:nvSpPr>
        <p:spPr>
          <a:xfrm>
            <a:off x="548640" y="1131570"/>
            <a:ext cx="5669280" cy="1697355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lnSpc>
                <a:spcPct val="90000"/>
              </a:lnSpc>
              <a:defRPr sz="3000" b="1">
                <a:solidFill>
                  <a:srgbClr val="00357A"/>
                </a:solidFill>
                <a:latin typeface="+mj-lt"/>
              </a:defRPr>
            </a:lvl1pPr>
          </a:lstStyle>
          <a:p>
            <a:r>
              <a:rPr lang="en-US"/>
              <a:t>Thank you</a:t>
            </a:r>
          </a:p>
        </p:txBody>
      </p:sp>
      <p:sp>
        <p:nvSpPr>
          <p:cNvPr id="17" name="Content Placeholder 2"/>
          <p:cNvSpPr>
            <a:spLocks noGrp="1"/>
          </p:cNvSpPr>
          <p:nvPr>
            <p:ph idx="1"/>
          </p:nvPr>
        </p:nvSpPr>
        <p:spPr>
          <a:xfrm>
            <a:off x="548640" y="2983230"/>
            <a:ext cx="5669280" cy="154305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>
              <a:defRPr sz="1200">
                <a:solidFill>
                  <a:srgbClr val="00357A"/>
                </a:solidFill>
              </a:defRPr>
            </a:lvl1pPr>
            <a:lvl2pPr>
              <a:defRPr sz="1100">
                <a:solidFill>
                  <a:srgbClr val="00357A"/>
                </a:solidFill>
              </a:defRPr>
            </a:lvl2pPr>
            <a:lvl3pPr>
              <a:defRPr sz="1000">
                <a:solidFill>
                  <a:srgbClr val="00357A"/>
                </a:solidFill>
              </a:defRPr>
            </a:lvl3pPr>
          </a:lstStyle>
          <a:p>
            <a:r>
              <a:rPr lang="en-US"/>
              <a:t>Contact details</a:t>
            </a:r>
          </a:p>
        </p:txBody>
      </p:sp>
      <p:sp>
        <p:nvSpPr>
          <p:cNvPr id="18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rgbClr val="00357A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9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0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rgbClr val="00357A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Relationship Id="rId17" Type="http://schemas.openxmlformats.org/officeDocument/2006/relationships/slideLayout" Target="../slideLayouts/slideLayout8.xml"/><Relationship Id="rId18" Type="http://schemas.openxmlformats.org/officeDocument/2006/relationships/slideLayout" Target="../slideLayouts/slideLayout9.xml"/><Relationship Id="rId19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3716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252032"/>
            <a:ext cx="164592" cy="49069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548640" y="742721"/>
            <a:ext cx="804672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548640" y="252032"/>
            <a:ext cx="6769772" cy="490690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548640" y="857421"/>
            <a:ext cx="8046720" cy="3885914"/>
          </a:xfrm>
          <a:prstGeom prst="rect">
            <a:avLst/>
          </a:prstGeom>
        </p:spPr>
        <p:txBody>
          <a:bodyPr vert="horz" lIns="0" tIns="34290" rIns="0" bIns="3429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9144" y="4860608"/>
            <a:ext cx="356616" cy="272606"/>
          </a:xfrm>
        </p:spPr>
        <p:txBody>
          <a:bodyPr anchor="ctr"/>
          <a:lstStyle>
            <a:lvl1pPr algn="ctr">
              <a:defRPr sz="7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7827264" y="4917186"/>
            <a:ext cx="1033272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420624" y="4917186"/>
            <a:ext cx="3108960" cy="138874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7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47012" y="274149"/>
            <a:ext cx="1048348" cy="26540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  <p:sldLayoutId id="2147483656" r:id="rId17"/>
    <p:sldLayoutId id="2147483657" r:id="rId18"/>
    <p:sldLayoutId id="2147483658" r:id="rId19"/>
  </p:sldLayoutIdLst>
  <p:txStyles>
    <p:titleStyle>
      <a:lvl1pPr algn="l" defTabSz="342900" rtl="0" eaLnBrk="1" latinLnBrk="0" hangingPunct="1">
        <a:spcBef>
          <a:spcPct val="0"/>
        </a:spcBef>
        <a:buNone/>
        <a:defRPr sz="20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342900" rtl="0" eaLnBrk="1" latinLnBrk="0" hangingPunct="1">
        <a:lnSpc>
          <a:spcPct val="100000"/>
        </a:lnSpc>
        <a:spcBef>
          <a:spcPts val="600"/>
        </a:spcBef>
        <a:buFont typeface="Arial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indent="-171450" algn="l" defTabSz="342900" rtl="0" eaLnBrk="1" latinLnBrk="0" hangingPunct="1">
        <a:lnSpc>
          <a:spcPct val="100000"/>
        </a:lnSpc>
        <a:spcBef>
          <a:spcPts val="360"/>
        </a:spcBef>
        <a:buFont typeface="Wingdings"/>
        <a:buChar char="§"/>
        <a:defRPr sz="11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50" indent="-171450" algn="l" defTabSz="342900" rtl="0" eaLnBrk="1" latinLnBrk="0" hangingPunct="1">
        <a:lnSpc>
          <a:spcPct val="100000"/>
        </a:lnSpc>
        <a:spcBef>
          <a:spcPts val="360"/>
        </a:spcBef>
        <a:buFont typeface="Courier New"/>
        <a:buChar char="o"/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–"/>
        <a:defRPr sz="9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50" indent="-171450" algn="l" defTabSz="342900" rtl="0" eaLnBrk="1" latinLnBrk="0" hangingPunct="1">
        <a:lnSpc>
          <a:spcPct val="100000"/>
        </a:lnSpc>
        <a:spcBef>
          <a:spcPts val="360"/>
        </a:spcBef>
        <a:buFont typeface="Arial"/>
        <a:buChar char="»"/>
        <a:defRPr sz="8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700" indent="-171450" algn="l">
        <a:defRPr sz="800" kern="1200">
          <a:solidFill>
            <a:schemeClr val="tx1"/>
          </a:solidFill>
          <a:latin typeface="+mn-lt"/>
        </a:defRPr>
      </a:lvl6pPr>
      <a:lvl7pPr marL="1200150" indent="-171450" algn="l">
        <a:defRPr sz="800" kern="1200">
          <a:solidFill>
            <a:schemeClr val="tx1"/>
          </a:solidFill>
          <a:latin typeface="+mn-lt"/>
        </a:defRPr>
      </a:lvl7pPr>
      <a:lvl8pPr marL="1371600" indent="-171450" algn="l">
        <a:defRPr sz="800" kern="1200">
          <a:solidFill>
            <a:schemeClr val="tx1"/>
          </a:solidFill>
          <a:latin typeface="+mn-lt"/>
        </a:defRPr>
      </a:lvl8pPr>
      <a:lvl9pPr marL="1543050" indent="-171450" algn="l">
        <a:defRPr sz="8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>
        <a:defRPr sz="10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ar">
  <a:themeElements>
    <a:clrScheme name="ucar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ucar template</dc:title>
  <dc:creator>livery_template.py</dc:creator>
</cp:coreProperties>
</file>