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9144000" cy="5143500" type="screen16x9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  <a:lnTo>
                  <a:pt x="12800" y="9000"/>
                </a:lnTo>
                <a:cubicBezTo>
                  <a:pt x="13258" y="8249"/>
                  <a:pt x="13712" y="7476"/>
                  <a:pt x="13712" y="5781"/>
                </a:cubicBezTo>
                <a:cubicBezTo>
                  <a:pt x="13712" y="4272"/>
                  <a:pt x="11843" y="1425"/>
                  <a:pt x="1142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  <a:lnTo>
                  <a:pt x="13312" y="9000"/>
                </a:lnTo>
                <a:cubicBezTo>
                  <a:pt x="13822" y="8320"/>
                  <a:pt x="14517" y="7418"/>
                  <a:pt x="14517" y="5564"/>
                </a:cubicBezTo>
                <a:cubicBezTo>
                  <a:pt x="14517" y="3969"/>
                  <a:pt x="12419" y="1243"/>
                  <a:pt x="118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308610"/>
            <a:ext cx="1828800" cy="462915"/>
          </a:xfrm>
          <a:prstGeom prst="rect">
            <a:avLst/>
          </a:prstGeom>
        </p:spPr>
      </p:pic>
      <p:sp>
        <p:nvSpPr>
          <p:cNvPr id="17" name="Title tab"/>
          <p:cNvSpPr/>
          <p:nvPr userDrawn="1"/>
        </p:nvSpPr>
        <p:spPr>
          <a:xfrm>
            <a:off x="0" y="2211705"/>
            <a:ext cx="164592" cy="822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Date"/>
          <p:cNvSpPr>
            <a:spLocks noGrp="1"/>
          </p:cNvSpPr>
          <p:nvPr>
            <p:ph type="dt" idx="20"/>
          </p:nvPr>
        </p:nvSpPr>
        <p:spPr>
          <a:xfrm>
            <a:off x="548640" y="1928812"/>
            <a:ext cx="4572000" cy="231458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800" b="1" cap="all">
                <a:solidFill>
                  <a:srgbClr val="011837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9" name="Title"/>
          <p:cNvSpPr>
            <a:spLocks noGrp="1"/>
          </p:cNvSpPr>
          <p:nvPr>
            <p:ph type="ctrTitle"/>
          </p:nvPr>
        </p:nvSpPr>
        <p:spPr>
          <a:xfrm>
            <a:off x="548640" y="2211705"/>
            <a:ext cx="4572000" cy="8229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200" b="1">
                <a:solidFill>
                  <a:srgbClr val="011837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20" name="Title rule"/>
          <p:cNvCxnSpPr/>
          <p:nvPr userDrawn="1"/>
        </p:nvCxnSpPr>
        <p:spPr>
          <a:xfrm>
            <a:off x="548640" y="3163252"/>
            <a:ext cx="1188720" cy="0"/>
          </a:xfrm>
          <a:prstGeom prst="line">
            <a:avLst/>
          </a:prstGeom>
          <a:ln w="16974">
            <a:solidFill>
              <a:schemeClr val="accent1"/>
            </a:solidFill>
          </a:ln>
        </p:spPr>
      </p:cxnSp>
      <p:sp>
        <p:nvSpPr>
          <p:cNvPr id="21" name="Subtitle"/>
          <p:cNvSpPr>
            <a:spLocks noGrp="1"/>
          </p:cNvSpPr>
          <p:nvPr>
            <p:ph type="subTitle" idx="1"/>
          </p:nvPr>
        </p:nvSpPr>
        <p:spPr>
          <a:xfrm>
            <a:off x="548640" y="3291840"/>
            <a:ext cx="4572000" cy="113157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500" b="0">
                <a:solidFill>
                  <a:srgbClr val="011837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011837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548640" y="857421"/>
            <a:ext cx="804672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  <a:lnTo>
                  <a:pt x="13760" y="9000"/>
                </a:lnTo>
                <a:cubicBezTo>
                  <a:pt x="14218" y="8249"/>
                  <a:pt x="14672" y="7476"/>
                  <a:pt x="14672" y="5781"/>
                </a:cubicBezTo>
                <a:cubicBezTo>
                  <a:pt x="14672" y="4272"/>
                  <a:pt x="12803" y="1425"/>
                  <a:pt x="1238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  <a:lnTo>
                  <a:pt x="14272" y="9000"/>
                </a:lnTo>
                <a:cubicBezTo>
                  <a:pt x="14782" y="8320"/>
                  <a:pt x="15477" y="7418"/>
                  <a:pt x="15477" y="5564"/>
                </a:cubicBezTo>
                <a:cubicBezTo>
                  <a:pt x="15477" y="3969"/>
                  <a:pt x="13379" y="1243"/>
                  <a:pt x="1284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843" y="0"/>
                </a:moveTo>
                <a:cubicBezTo>
                  <a:pt x="13379" y="1243"/>
                  <a:pt x="15477" y="3969"/>
                  <a:pt x="15477" y="5564"/>
                </a:cubicBezTo>
                <a:cubicBezTo>
                  <a:pt x="15477" y="7418"/>
                  <a:pt x="14782" y="8320"/>
                  <a:pt x="1427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11480"/>
            <a:ext cx="1624889" cy="411480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48640" y="2068716"/>
            <a:ext cx="5669280" cy="61722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lnSpc>
                <a:spcPct val="90000"/>
              </a:lnSpc>
              <a:defRPr sz="3000" b="1" cap="none" baseline="0">
                <a:solidFill>
                  <a:srgbClr val="011837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"/>
          </p:nvPr>
        </p:nvSpPr>
        <p:spPr>
          <a:xfrm>
            <a:off x="548640" y="2737371"/>
            <a:ext cx="5669280" cy="6840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500" b="0">
                <a:solidFill>
                  <a:srgbClr val="011837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011837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548640" y="857421"/>
            <a:ext cx="388620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Left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4709160" y="857421"/>
            <a:ext cx="388620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Right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548640" y="857421"/>
            <a:ext cx="3886200" cy="462915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half" idx="11"/>
          </p:nvPr>
        </p:nvSpPr>
        <p:spPr>
          <a:xfrm>
            <a:off x="548640" y="1371771"/>
            <a:ext cx="3886200" cy="337156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4709160" y="857421"/>
            <a:ext cx="3886200" cy="462915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half" idx="2"/>
          </p:nvPr>
        </p:nvSpPr>
        <p:spPr>
          <a:xfrm>
            <a:off x="4709160" y="1371771"/>
            <a:ext cx="3886200" cy="337156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48640" y="857421"/>
            <a:ext cx="3017520" cy="668655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defRPr sz="1500" b="1"/>
            </a:lvl1pPr>
          </a:lstStyle>
          <a:p>
            <a:r>
              <a:rPr lang="en-US"/>
              <a:t>Caption title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3840480" y="857421"/>
            <a:ext cx="475488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1577511"/>
            <a:ext cx="3017520" cy="3165824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Caption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3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  <a:lnTo>
                  <a:pt x="12800" y="9000"/>
                </a:lnTo>
                <a:cubicBezTo>
                  <a:pt x="13258" y="8249"/>
                  <a:pt x="13712" y="7476"/>
                  <a:pt x="13712" y="5781"/>
                </a:cubicBezTo>
                <a:cubicBezTo>
                  <a:pt x="13712" y="4272"/>
                  <a:pt x="11843" y="1425"/>
                  <a:pt x="1142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  <a:lnTo>
                  <a:pt x="13312" y="9000"/>
                </a:lnTo>
                <a:cubicBezTo>
                  <a:pt x="13822" y="8320"/>
                  <a:pt x="14517" y="7418"/>
                  <a:pt x="14517" y="5564"/>
                </a:cubicBezTo>
                <a:cubicBezTo>
                  <a:pt x="14517" y="3969"/>
                  <a:pt x="12419" y="1243"/>
                  <a:pt x="118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62915"/>
            <a:ext cx="2031797" cy="514350"/>
          </a:xfrm>
          <a:prstGeom prst="rect">
            <a:avLst/>
          </a:prstGeom>
        </p:spPr>
      </p:pic>
      <p:sp>
        <p:nvSpPr>
          <p:cNvPr id="17" name="Title tab"/>
          <p:cNvSpPr/>
          <p:nvPr userDrawn="1"/>
        </p:nvSpPr>
        <p:spPr>
          <a:xfrm>
            <a:off x="0" y="2366010"/>
            <a:ext cx="164592" cy="3857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548640" y="1131570"/>
            <a:ext cx="5669280" cy="1697355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3000" b="1">
                <a:solidFill>
                  <a:srgbClr val="011837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548640" y="2983230"/>
            <a:ext cx="5669280" cy="154305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200">
                <a:solidFill>
                  <a:srgbClr val="011837"/>
                </a:solidFill>
              </a:defRPr>
            </a:lvl1pPr>
            <a:lvl2pPr>
              <a:defRPr sz="1100">
                <a:solidFill>
                  <a:srgbClr val="011837"/>
                </a:solidFill>
              </a:defRPr>
            </a:lvl2pPr>
            <a:lvl3pPr>
              <a:defRPr sz="1000">
                <a:solidFill>
                  <a:srgbClr val="011837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011837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1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2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2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3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4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308610"/>
            <a:ext cx="1828800" cy="462915"/>
          </a:xfrm>
          <a:prstGeom prst="rect">
            <a:avLst/>
          </a:prstGeom>
        </p:spPr>
      </p:pic>
      <p:sp>
        <p:nvSpPr>
          <p:cNvPr id="15" name="Title tab"/>
          <p:cNvSpPr/>
          <p:nvPr userDrawn="1"/>
        </p:nvSpPr>
        <p:spPr>
          <a:xfrm>
            <a:off x="0" y="2211705"/>
            <a:ext cx="164592" cy="822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" name="Date"/>
          <p:cNvSpPr>
            <a:spLocks noGrp="1"/>
          </p:cNvSpPr>
          <p:nvPr>
            <p:ph type="dt" idx="20"/>
          </p:nvPr>
        </p:nvSpPr>
        <p:spPr>
          <a:xfrm>
            <a:off x="548640" y="1928812"/>
            <a:ext cx="4572000" cy="231458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800" b="1" cap="all">
                <a:solidFill>
                  <a:srgbClr val="00357A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7" name="Title"/>
          <p:cNvSpPr>
            <a:spLocks noGrp="1"/>
          </p:cNvSpPr>
          <p:nvPr>
            <p:ph type="ctrTitle"/>
          </p:nvPr>
        </p:nvSpPr>
        <p:spPr>
          <a:xfrm>
            <a:off x="548640" y="2211705"/>
            <a:ext cx="4572000" cy="8229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200" b="1">
                <a:solidFill>
                  <a:srgbClr val="00357A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8" name="Title rule"/>
          <p:cNvCxnSpPr/>
          <p:nvPr userDrawn="1"/>
        </p:nvCxnSpPr>
        <p:spPr>
          <a:xfrm>
            <a:off x="548640" y="3163252"/>
            <a:ext cx="1188720" cy="0"/>
          </a:xfrm>
          <a:prstGeom prst="line">
            <a:avLst/>
          </a:prstGeom>
          <a:ln w="16974">
            <a:solidFill>
              <a:schemeClr val="accent1"/>
            </a:solidFill>
          </a:ln>
        </p:spPr>
      </p:cxnSp>
      <p:sp>
        <p:nvSpPr>
          <p:cNvPr id="19" name="Subtitle"/>
          <p:cNvSpPr>
            <a:spLocks noGrp="1"/>
          </p:cNvSpPr>
          <p:nvPr>
            <p:ph type="subTitle" idx="1"/>
          </p:nvPr>
        </p:nvSpPr>
        <p:spPr>
          <a:xfrm>
            <a:off x="548640" y="3291840"/>
            <a:ext cx="4572000" cy="113157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500" b="0">
                <a:solidFill>
                  <a:srgbClr val="00357A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00357A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2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2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3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4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62915"/>
            <a:ext cx="2031797" cy="514350"/>
          </a:xfrm>
          <a:prstGeom prst="rect">
            <a:avLst/>
          </a:prstGeom>
        </p:spPr>
      </p:pic>
      <p:sp>
        <p:nvSpPr>
          <p:cNvPr id="15" name="Title tab"/>
          <p:cNvSpPr/>
          <p:nvPr userDrawn="1"/>
        </p:nvSpPr>
        <p:spPr>
          <a:xfrm>
            <a:off x="0" y="2366010"/>
            <a:ext cx="164592" cy="3857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548640" y="1131570"/>
            <a:ext cx="5669280" cy="1697355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3000" b="1">
                <a:solidFill>
                  <a:srgbClr val="00357A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548640" y="2983230"/>
            <a:ext cx="5669280" cy="154305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200">
                <a:solidFill>
                  <a:srgbClr val="00357A"/>
                </a:solidFill>
              </a:defRPr>
            </a:lvl1pPr>
            <a:lvl2pPr>
              <a:defRPr sz="1100">
                <a:solidFill>
                  <a:srgbClr val="00357A"/>
                </a:solidFill>
              </a:defRPr>
            </a:lvl2pPr>
            <a:lvl3pPr>
              <a:defRPr sz="1000">
                <a:solidFill>
                  <a:srgbClr val="00357A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00357A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9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Relationship Id="rId1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099" y="0"/>
                </a:moveTo>
                <a:cubicBezTo>
                  <a:pt x="12459" y="1778"/>
                  <a:pt x="14029" y="4468"/>
                  <a:pt x="14029" y="6089"/>
                </a:cubicBezTo>
                <a:cubicBezTo>
                  <a:pt x="14029" y="7867"/>
                  <a:pt x="13530" y="8713"/>
                  <a:pt x="13398" y="9000"/>
                </a:cubicBezTo>
              </a:path>
            </a:pathLst>
          </a:custGeom>
          <a:noFill/>
          <a:ln w="13716">
            <a:solidFill>
              <a:schemeClr val="lt2"/>
            </a:solidFill>
          </a:ln>
        </p:spPr>
      </p:sp>
      <p:sp>
        <p:nvSpPr>
          <p:cNvPr id="16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541" y="0"/>
                </a:moveTo>
                <a:cubicBezTo>
                  <a:pt x="12963" y="1425"/>
                  <a:pt x="14832" y="4272"/>
                  <a:pt x="14832" y="5781"/>
                </a:cubicBezTo>
                <a:cubicBezTo>
                  <a:pt x="14832" y="7476"/>
                  <a:pt x="14378" y="8249"/>
                  <a:pt x="13920" y="9000"/>
                </a:cubicBezTo>
              </a:path>
            </a:pathLst>
          </a:custGeom>
          <a:noFill/>
          <a:ln w="13716">
            <a:solidFill>
              <a:schemeClr val="lt2"/>
            </a:solidFill>
          </a:ln>
        </p:spPr>
      </p:sp>
      <p:sp>
        <p:nvSpPr>
          <p:cNvPr id="17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3003" y="0"/>
                </a:moveTo>
                <a:cubicBezTo>
                  <a:pt x="13539" y="1243"/>
                  <a:pt x="15637" y="3969"/>
                  <a:pt x="15637" y="5564"/>
                </a:cubicBezTo>
                <a:cubicBezTo>
                  <a:pt x="15637" y="7418"/>
                  <a:pt x="14942" y="8320"/>
                  <a:pt x="14432" y="9000"/>
                </a:cubicBezTo>
              </a:path>
            </a:pathLst>
          </a:custGeom>
          <a:noFill/>
          <a:ln w="13716">
            <a:solidFill>
              <a:schemeClr val="lt2"/>
            </a:solidFill>
          </a:ln>
        </p:spPr>
      </p:sp>
      <p:sp>
        <p:nvSpPr>
          <p:cNvPr id="11" name="Title tab"/>
          <p:cNvSpPr/>
          <p:nvPr userDrawn="1"/>
        </p:nvSpPr>
        <p:spPr>
          <a:xfrm>
            <a:off x="0" y="251517"/>
            <a:ext cx="164592" cy="40016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cxnSp>
        <p:nvCxnSpPr>
          <p:cNvPr id="12" name="Title rule"/>
          <p:cNvCxnSpPr/>
          <p:nvPr userDrawn="1"/>
        </p:nvCxnSpPr>
        <p:spPr>
          <a:xfrm>
            <a:off x="548640" y="742721"/>
            <a:ext cx="8046720" cy="0"/>
          </a:xfrm>
          <a:prstGeom prst="line">
            <a:avLst/>
          </a:prstGeom>
          <a:ln w="8230">
            <a:solidFill>
              <a:srgbClr val="A9B8CB"/>
            </a:solidFill>
          </a:ln>
        </p:spPr>
      </p:cxnSp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548640" y="251517"/>
            <a:ext cx="6769772" cy="400164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"/>
          <p:cNvSpPr>
            <a:spLocks noGrp="1"/>
          </p:cNvSpPr>
          <p:nvPr>
            <p:ph type="body" idx="1"/>
          </p:nvPr>
        </p:nvSpPr>
        <p:spPr>
          <a:xfrm>
            <a:off x="548640" y="857421"/>
            <a:ext cx="8046720" cy="3885914"/>
          </a:xfrm>
          <a:prstGeom prst="rect">
            <a:avLst/>
          </a:prstGeom>
        </p:spPr>
        <p:txBody>
          <a:bodyPr vert="horz" lIns="0" tIns="34290" rIns="0" bIns="3429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pic>
        <p:nvPicPr>
          <p:cNvPr id="18" name="Logo (light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47012" y="274149"/>
            <a:ext cx="1048348" cy="2654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</p:sldLayoutIdLst>
  <p:txStyles>
    <p:titleStyle>
      <a:lvl1pPr algn="l" defTabSz="342900" rtl="0" eaLnBrk="1" latinLnBrk="0" hangingPunct="1">
        <a:spcBef>
          <a:spcPct val="0"/>
        </a:spcBef>
        <a:buNone/>
        <a:defRPr sz="20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342900" rtl="0" eaLnBrk="1" latinLnBrk="0" hangingPunct="1">
        <a:lnSpc>
          <a:spcPct val="100000"/>
        </a:lnSpc>
        <a:spcBef>
          <a:spcPts val="6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71450" algn="l" defTabSz="342900" rtl="0" eaLnBrk="1" latinLnBrk="0" hangingPunct="1">
        <a:lnSpc>
          <a:spcPct val="100000"/>
        </a:lnSpc>
        <a:spcBef>
          <a:spcPts val="360"/>
        </a:spcBef>
        <a:buFont typeface="Wingdings"/>
        <a:buChar char="§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71450" algn="l" defTabSz="342900" rtl="0" eaLnBrk="1" latinLnBrk="0" hangingPunct="1">
        <a:lnSpc>
          <a:spcPct val="100000"/>
        </a:lnSpc>
        <a:spcBef>
          <a:spcPts val="360"/>
        </a:spcBef>
        <a:buFont typeface="Courier New"/>
        <a:buChar char="o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71450" algn="l" defTabSz="342900" rtl="0" eaLnBrk="1" latinLnBrk="0" hangingPunct="1">
        <a:lnSpc>
          <a:spcPct val="100000"/>
        </a:lnSpc>
        <a:spcBef>
          <a:spcPts val="36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71450" algn="l" defTabSz="342900" rtl="0" eaLnBrk="1" latinLnBrk="0" hangingPunct="1">
        <a:lnSpc>
          <a:spcPct val="100000"/>
        </a:lnSpc>
        <a:spcBef>
          <a:spcPts val="360"/>
        </a:spcBef>
        <a:buFont typeface="Arial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71450" algn="l">
        <a:defRPr sz="800" kern="1200">
          <a:solidFill>
            <a:schemeClr val="tx1"/>
          </a:solidFill>
          <a:latin typeface="+mn-lt"/>
        </a:defRPr>
      </a:lvl6pPr>
      <a:lvl7pPr marL="1200150" indent="-171450" algn="l">
        <a:defRPr sz="800" kern="1200">
          <a:solidFill>
            <a:schemeClr val="tx1"/>
          </a:solidFill>
          <a:latin typeface="+mn-lt"/>
        </a:defRPr>
      </a:lvl7pPr>
      <a:lvl8pPr marL="1371600" indent="-171450" algn="l">
        <a:defRPr sz="800" kern="1200">
          <a:solidFill>
            <a:schemeClr val="tx1"/>
          </a:solidFill>
          <a:latin typeface="+mn-lt"/>
        </a:defRPr>
      </a:lvl8pPr>
      <a:lvl9pPr marL="1543050" indent="-171450" algn="l">
        <a:defRPr sz="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ucar">
  <a:themeElements>
    <a:clrScheme name="ucar">
      <a:dk1>
        <a:srgbClr val="00357A"/>
      </a:dk1>
      <a:lt1>
        <a:srgbClr val="FFFFFF"/>
      </a:lt1>
      <a:dk2>
        <a:srgbClr val="00A2B4"/>
      </a:dk2>
      <a:lt2>
        <a:srgbClr val="F1F0EE"/>
      </a:lt2>
      <a:accent1>
        <a:srgbClr val="34E1F4"/>
      </a:accent1>
      <a:accent2>
        <a:srgbClr val="00818F"/>
      </a:accent2>
      <a:accent3>
        <a:srgbClr val="011837"/>
      </a:accent3>
      <a:accent4>
        <a:srgbClr val="FFDD31"/>
      </a:accent4>
      <a:accent5>
        <a:srgbClr val="FFDD31"/>
      </a:accent5>
      <a:accent6>
        <a:srgbClr val="00818F"/>
      </a:accent6>
      <a:hlink>
        <a:srgbClr val="00A2B4"/>
      </a:hlink>
      <a:folHlink>
        <a:srgbClr val="00818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custClrLst>
    <a:custClr name="Data 1 · Teal">
      <a:srgbClr val="00A2B4"/>
    </a:custClr>
    <a:custClr name="Data 2 · Orange">
      <a:srgbClr val="E0681A"/>
    </a:custClr>
    <a:custClr name="Data 3 · Blue">
      <a:srgbClr val="0057C2"/>
    </a:custClr>
    <a:custClr name="Data 4 · Pink">
      <a:srgbClr val="D4246B"/>
    </a:custClr>
    <a:custClr name="Data 5 · Gold">
      <a:srgbClr val="9A7B00"/>
    </a:custClr>
    <a:custClr name="Data 6 · Purple">
      <a:srgbClr val="6B46C1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ucar template</dc:title>
  <dc:creator>livery_template.py</dc:creator>
</cp:coreProperties>
</file>