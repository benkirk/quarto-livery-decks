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/>
  <p:sldSz cx="9144000" cy="5143500" type="screen16x9"/>
  <p:notesSz cx="6858000" cy="9144000"/>
  <p:defaultTextStyle>
    <a:defPPr>
      <a:defRPr lang="en-US"/>
    </a:def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ableStyles" Target="tableStyles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9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 showMasterSp="0">
  <p:cSld name="Title Slid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Wave band 1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>
                <a:moveTo>
                  <a:pt x="10979" y="0"/>
                </a:moveTo>
                <a:cubicBezTo>
                  <a:pt x="11339" y="1778"/>
                  <a:pt x="12909" y="4468"/>
                  <a:pt x="12909" y="6089"/>
                </a:cubicBezTo>
                <a:cubicBezTo>
                  <a:pt x="12909" y="7867"/>
                  <a:pt x="12410" y="8713"/>
                  <a:pt x="12278" y="9000"/>
                </a:cubicBezTo>
                <a:lnTo>
                  <a:pt x="12800" y="9000"/>
                </a:lnTo>
                <a:cubicBezTo>
                  <a:pt x="13258" y="8249"/>
                  <a:pt x="13712" y="7476"/>
                  <a:pt x="13712" y="5781"/>
                </a:cubicBezTo>
                <a:cubicBezTo>
                  <a:pt x="13712" y="4272"/>
                  <a:pt x="11843" y="1425"/>
                  <a:pt x="11421" y="0"/>
                </a:cubicBezTo>
                <a:close/>
              </a:path>
            </a:pathLst>
          </a:custGeom>
          <a:solidFill>
            <a:schemeClr val="accent1">
              <a:alpha val="18000"/>
            </a:schemeClr>
          </a:solidFill>
          <a:ln>
            <a:noFill/>
          </a:ln>
        </p:spPr>
      </p:sp>
      <p:sp>
        <p:nvSpPr>
          <p:cNvPr id="12" name="Wave band 2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>
                <a:moveTo>
                  <a:pt x="11421" y="0"/>
                </a:moveTo>
                <a:cubicBezTo>
                  <a:pt x="11843" y="1425"/>
                  <a:pt x="13712" y="4272"/>
                  <a:pt x="13712" y="5781"/>
                </a:cubicBezTo>
                <a:cubicBezTo>
                  <a:pt x="13712" y="7476"/>
                  <a:pt x="13258" y="8249"/>
                  <a:pt x="12800" y="9000"/>
                </a:cubicBezTo>
                <a:lnTo>
                  <a:pt x="13312" y="9000"/>
                </a:lnTo>
                <a:cubicBezTo>
                  <a:pt x="13822" y="8320"/>
                  <a:pt x="14517" y="7418"/>
                  <a:pt x="14517" y="5564"/>
                </a:cubicBezTo>
                <a:cubicBezTo>
                  <a:pt x="14517" y="3969"/>
                  <a:pt x="12419" y="1243"/>
                  <a:pt x="11883" y="0"/>
                </a:cubicBezTo>
                <a:close/>
              </a:path>
            </a:pathLst>
          </a:custGeom>
          <a:solidFill>
            <a:schemeClr val="accent1">
              <a:alpha val="10000"/>
            </a:schemeClr>
          </a:solidFill>
          <a:ln>
            <a:noFill/>
          </a:ln>
        </p:spPr>
      </p:sp>
      <p:sp>
        <p:nvSpPr>
          <p:cNvPr id="13" name="Wave line 1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0979" y="0"/>
                </a:moveTo>
                <a:cubicBezTo>
                  <a:pt x="11339" y="1778"/>
                  <a:pt x="12909" y="4468"/>
                  <a:pt x="12909" y="6089"/>
                </a:cubicBezTo>
                <a:cubicBezTo>
                  <a:pt x="12909" y="7867"/>
                  <a:pt x="12410" y="8713"/>
                  <a:pt x="12278" y="9000"/>
                </a:cubicBezTo>
              </a:path>
            </a:pathLst>
          </a:custGeom>
          <a:noFill/>
          <a:ln w="13716">
            <a:solidFill>
              <a:schemeClr val="accent1"/>
            </a:solidFill>
          </a:ln>
        </p:spPr>
      </p:sp>
      <p:sp>
        <p:nvSpPr>
          <p:cNvPr id="14" name="Wave line 2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1421" y="0"/>
                </a:moveTo>
                <a:cubicBezTo>
                  <a:pt x="11843" y="1425"/>
                  <a:pt x="13712" y="4272"/>
                  <a:pt x="13712" y="5781"/>
                </a:cubicBezTo>
                <a:cubicBezTo>
                  <a:pt x="13712" y="7476"/>
                  <a:pt x="13258" y="8249"/>
                  <a:pt x="12800" y="9000"/>
                </a:cubicBezTo>
              </a:path>
            </a:pathLst>
          </a:custGeom>
          <a:noFill/>
          <a:ln w="13716">
            <a:solidFill>
              <a:schemeClr val="accent1"/>
            </a:solidFill>
          </a:ln>
        </p:spPr>
      </p:sp>
      <p:sp>
        <p:nvSpPr>
          <p:cNvPr id="15" name="Wave line 3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1883" y="0"/>
                </a:moveTo>
                <a:cubicBezTo>
                  <a:pt x="12419" y="1243"/>
                  <a:pt x="14517" y="3969"/>
                  <a:pt x="14517" y="5564"/>
                </a:cubicBezTo>
                <a:cubicBezTo>
                  <a:pt x="14517" y="7418"/>
                  <a:pt x="13822" y="8320"/>
                  <a:pt x="13312" y="9000"/>
                </a:cubicBezTo>
              </a:path>
            </a:pathLst>
          </a:custGeom>
          <a:noFill/>
          <a:ln w="13716">
            <a:solidFill>
              <a:schemeClr val="accent1"/>
            </a:solidFill>
          </a:ln>
        </p:spPr>
      </p:sp>
      <p:pic>
        <p:nvPicPr>
          <p:cNvPr id="16" name="Logo (primary)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48640" y="308610"/>
            <a:ext cx="1828800" cy="462915"/>
          </a:xfrm>
          <a:prstGeom prst="rect">
            <a:avLst/>
          </a:prstGeom>
        </p:spPr>
      </p:pic>
      <p:sp>
        <p:nvSpPr>
          <p:cNvPr id="17" name="Title tab"/>
          <p:cNvSpPr/>
          <p:nvPr userDrawn="1"/>
        </p:nvSpPr>
        <p:spPr>
          <a:xfrm>
            <a:off x="0" y="2211705"/>
            <a:ext cx="164592" cy="82296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</p:sp>
      <p:sp>
        <p:nvSpPr>
          <p:cNvPr id="18" name="Date"/>
          <p:cNvSpPr>
            <a:spLocks noGrp="1"/>
          </p:cNvSpPr>
          <p:nvPr>
            <p:ph type="dt" idx="20"/>
          </p:nvPr>
        </p:nvSpPr>
        <p:spPr>
          <a:xfrm>
            <a:off x="548640" y="1928812"/>
            <a:ext cx="4572000" cy="231458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800" b="1" cap="all">
                <a:solidFill>
                  <a:srgbClr val="011837"/>
                </a:solidFill>
                <a:latin typeface="+mn-lt"/>
              </a:defRPr>
            </a:lvl1pPr>
          </a:lstStyle>
          <a:p>
            <a:fld id="{B6F15528-21DE-4FAA-801E-634DDDAF4B2B}" type="datetime1">
              <a:rPr lang="en-US"/>
              <a:t>Date</a:t>
            </a:fld>
          </a:p>
        </p:txBody>
      </p:sp>
      <p:sp>
        <p:nvSpPr>
          <p:cNvPr id="19" name="Title"/>
          <p:cNvSpPr>
            <a:spLocks noGrp="1"/>
          </p:cNvSpPr>
          <p:nvPr>
            <p:ph type="ctrTitle"/>
          </p:nvPr>
        </p:nvSpPr>
        <p:spPr>
          <a:xfrm>
            <a:off x="548640" y="2211705"/>
            <a:ext cx="4572000" cy="82296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2200" b="1">
                <a:solidFill>
                  <a:srgbClr val="011837"/>
                </a:solidFill>
                <a:latin typeface="+mn-lt"/>
              </a:defRPr>
            </a:lvl1pPr>
          </a:lstStyle>
          <a:p>
            <a:r>
              <a:rPr lang="en-US"/>
              <a:t>Title</a:t>
            </a:r>
          </a:p>
        </p:txBody>
      </p:sp>
      <p:cxnSp>
        <p:nvCxnSpPr>
          <p:cNvPr id="20" name="Title rule"/>
          <p:cNvCxnSpPr/>
          <p:nvPr userDrawn="1"/>
        </p:nvCxnSpPr>
        <p:spPr>
          <a:xfrm>
            <a:off x="548640" y="3163252"/>
            <a:ext cx="1188720" cy="0"/>
          </a:xfrm>
          <a:prstGeom prst="line">
            <a:avLst/>
          </a:prstGeom>
          <a:ln w="16974">
            <a:solidFill>
              <a:schemeClr val="accent1"/>
            </a:solidFill>
          </a:ln>
        </p:spPr>
      </p:cxnSp>
      <p:sp>
        <p:nvSpPr>
          <p:cNvPr id="21" name="Subtitle"/>
          <p:cNvSpPr>
            <a:spLocks noGrp="1"/>
          </p:cNvSpPr>
          <p:nvPr>
            <p:ph type="subTitle" idx="1"/>
          </p:nvPr>
        </p:nvSpPr>
        <p:spPr>
          <a:xfrm>
            <a:off x="548640" y="3291840"/>
            <a:ext cx="4572000" cy="113157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1500" b="0">
                <a:solidFill>
                  <a:srgbClr val="011837"/>
                </a:solidFill>
                <a:latin typeface="+mn-lt"/>
              </a:defRPr>
            </a:lvl1pPr>
          </a:lstStyle>
          <a:p>
            <a:r>
              <a:rPr lang="en-US"/>
              <a:t>Subtitle</a:t>
            </a:r>
          </a:p>
        </p:txBody>
      </p:sp>
      <p:sp>
        <p:nvSpPr>
          <p:cNvPr id="22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9144" y="4860608"/>
            <a:ext cx="356616" cy="272606"/>
          </a:xfrm>
        </p:spPr>
        <p:txBody>
          <a:bodyPr anchor="ctr"/>
          <a:lstStyle>
            <a:lvl1pPr algn="ctr">
              <a:defRPr sz="700" b="1">
                <a:solidFill>
                  <a:srgbClr val="011837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24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420624" y="4917186"/>
            <a:ext cx="3108960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700">
                <a:solidFill>
                  <a:srgbClr val="011837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2" name="Content Placeholder 2"/>
          <p:cNvSpPr>
            <a:spLocks noGrp="1"/>
          </p:cNvSpPr>
          <p:nvPr>
            <p:ph idx="1"/>
          </p:nvPr>
        </p:nvSpPr>
        <p:spPr>
          <a:xfrm>
            <a:off x="548640" y="857421"/>
            <a:ext cx="8046720" cy="3885914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text styles</a:t>
            </a:r>
          </a:p>
        </p:txBody>
      </p:sp>
      <p:sp>
        <p:nvSpPr>
          <p:cNvPr id="13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9144" y="4860608"/>
            <a:ext cx="356616" cy="272606"/>
          </a:xfrm>
        </p:spPr>
        <p:txBody>
          <a:bodyPr anchor="ctr"/>
          <a:lstStyle>
            <a:lvl1pPr algn="ctr">
              <a:defRPr sz="7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4" name="Date Placeholder"/>
          <p:cNvSpPr>
            <a:spLocks noGrp="1"/>
          </p:cNvSpPr>
          <p:nvPr>
            <p:ph type="dt" sz="half" idx="20"/>
          </p:nvPr>
        </p:nvSpPr>
        <p:spPr>
          <a:xfrm>
            <a:off x="7827264" y="4917186"/>
            <a:ext cx="1033272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7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5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420624" y="4917186"/>
            <a:ext cx="3108960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7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 showMasterSp="0">
  <p:cSld name="Section Header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Wave band 1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>
                <a:moveTo>
                  <a:pt x="11939" y="0"/>
                </a:moveTo>
                <a:cubicBezTo>
                  <a:pt x="12299" y="1778"/>
                  <a:pt x="13869" y="4468"/>
                  <a:pt x="13869" y="6089"/>
                </a:cubicBezTo>
                <a:cubicBezTo>
                  <a:pt x="13869" y="7867"/>
                  <a:pt x="13370" y="8713"/>
                  <a:pt x="13238" y="9000"/>
                </a:cubicBezTo>
                <a:lnTo>
                  <a:pt x="13760" y="9000"/>
                </a:lnTo>
                <a:cubicBezTo>
                  <a:pt x="14218" y="8249"/>
                  <a:pt x="14672" y="7476"/>
                  <a:pt x="14672" y="5781"/>
                </a:cubicBezTo>
                <a:cubicBezTo>
                  <a:pt x="14672" y="4272"/>
                  <a:pt x="12803" y="1425"/>
                  <a:pt x="12381" y="0"/>
                </a:cubicBezTo>
                <a:close/>
              </a:path>
            </a:pathLst>
          </a:custGeom>
          <a:solidFill>
            <a:schemeClr val="accent1">
              <a:alpha val="18000"/>
            </a:schemeClr>
          </a:solidFill>
          <a:ln>
            <a:noFill/>
          </a:ln>
        </p:spPr>
      </p:sp>
      <p:sp>
        <p:nvSpPr>
          <p:cNvPr id="12" name="Wave band 2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>
                <a:moveTo>
                  <a:pt x="12381" y="0"/>
                </a:moveTo>
                <a:cubicBezTo>
                  <a:pt x="12803" y="1425"/>
                  <a:pt x="14672" y="4272"/>
                  <a:pt x="14672" y="5781"/>
                </a:cubicBezTo>
                <a:cubicBezTo>
                  <a:pt x="14672" y="7476"/>
                  <a:pt x="14218" y="8249"/>
                  <a:pt x="13760" y="9000"/>
                </a:cubicBezTo>
                <a:lnTo>
                  <a:pt x="14272" y="9000"/>
                </a:lnTo>
                <a:cubicBezTo>
                  <a:pt x="14782" y="8320"/>
                  <a:pt x="15477" y="7418"/>
                  <a:pt x="15477" y="5564"/>
                </a:cubicBezTo>
                <a:cubicBezTo>
                  <a:pt x="15477" y="3969"/>
                  <a:pt x="13379" y="1243"/>
                  <a:pt x="12843" y="0"/>
                </a:cubicBezTo>
                <a:close/>
              </a:path>
            </a:pathLst>
          </a:custGeom>
          <a:solidFill>
            <a:schemeClr val="accent1">
              <a:alpha val="10000"/>
            </a:schemeClr>
          </a:solidFill>
          <a:ln>
            <a:noFill/>
          </a:ln>
        </p:spPr>
      </p:sp>
      <p:sp>
        <p:nvSpPr>
          <p:cNvPr id="13" name="Wave line 1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1939" y="0"/>
                </a:moveTo>
                <a:cubicBezTo>
                  <a:pt x="12299" y="1778"/>
                  <a:pt x="13869" y="4468"/>
                  <a:pt x="13869" y="6089"/>
                </a:cubicBezTo>
                <a:cubicBezTo>
                  <a:pt x="13869" y="7867"/>
                  <a:pt x="13370" y="8713"/>
                  <a:pt x="13238" y="9000"/>
                </a:cubicBezTo>
              </a:path>
            </a:pathLst>
          </a:custGeom>
          <a:noFill/>
          <a:ln w="13716">
            <a:solidFill>
              <a:schemeClr val="accent1"/>
            </a:solidFill>
          </a:ln>
        </p:spPr>
      </p:sp>
      <p:sp>
        <p:nvSpPr>
          <p:cNvPr id="14" name="Wave line 2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2381" y="0"/>
                </a:moveTo>
                <a:cubicBezTo>
                  <a:pt x="12803" y="1425"/>
                  <a:pt x="14672" y="4272"/>
                  <a:pt x="14672" y="5781"/>
                </a:cubicBezTo>
                <a:cubicBezTo>
                  <a:pt x="14672" y="7476"/>
                  <a:pt x="14218" y="8249"/>
                  <a:pt x="13760" y="9000"/>
                </a:cubicBezTo>
              </a:path>
            </a:pathLst>
          </a:custGeom>
          <a:noFill/>
          <a:ln w="13716">
            <a:solidFill>
              <a:schemeClr val="accent1"/>
            </a:solidFill>
          </a:ln>
        </p:spPr>
      </p:sp>
      <p:sp>
        <p:nvSpPr>
          <p:cNvPr id="15" name="Wave line 3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2843" y="0"/>
                </a:moveTo>
                <a:cubicBezTo>
                  <a:pt x="13379" y="1243"/>
                  <a:pt x="15477" y="3969"/>
                  <a:pt x="15477" y="5564"/>
                </a:cubicBezTo>
                <a:cubicBezTo>
                  <a:pt x="15477" y="7418"/>
                  <a:pt x="14782" y="8320"/>
                  <a:pt x="14272" y="9000"/>
                </a:cubicBezTo>
              </a:path>
            </a:pathLst>
          </a:custGeom>
          <a:noFill/>
          <a:ln w="13716">
            <a:solidFill>
              <a:schemeClr val="accent1"/>
            </a:solidFill>
          </a:ln>
        </p:spPr>
      </p:sp>
      <p:pic>
        <p:nvPicPr>
          <p:cNvPr id="16" name="Logo (primary)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48640" y="411480"/>
            <a:ext cx="1624889" cy="411480"/>
          </a:xfrm>
          <a:prstGeom prst="rect">
            <a:avLst/>
          </a:prstGeom>
        </p:spPr>
      </p:pic>
      <p:sp>
        <p:nvSpPr>
          <p:cNvPr id="17" name="Title 1"/>
          <p:cNvSpPr>
            <a:spLocks noGrp="1"/>
          </p:cNvSpPr>
          <p:nvPr>
            <p:ph type="title"/>
          </p:nvPr>
        </p:nvSpPr>
        <p:spPr>
          <a:xfrm>
            <a:off x="548640" y="2068716"/>
            <a:ext cx="5669280" cy="617220"/>
          </a:xfrm>
          <a:prstGeom prst="rect">
            <a:avLst/>
          </a:prstGeom>
        </p:spPr>
        <p:txBody>
          <a:bodyPr lIns="0" tIns="0" rIns="0" bIns="0" anchor="b">
            <a:normAutofit/>
          </a:bodyPr>
          <a:lstStyle>
            <a:lvl1pPr algn="l">
              <a:lnSpc>
                <a:spcPct val="90000"/>
              </a:lnSpc>
              <a:defRPr sz="3000" b="1" cap="none" baseline="0">
                <a:solidFill>
                  <a:srgbClr val="011837"/>
                </a:solidFill>
                <a:latin typeface="+mj-lt"/>
              </a:defRPr>
            </a:lvl1pPr>
          </a:lstStyle>
          <a:p>
            <a:r>
              <a:rPr lang="en-US"/>
              <a:t>Section title</a:t>
            </a:r>
          </a:p>
        </p:txBody>
      </p:sp>
      <p:sp>
        <p:nvSpPr>
          <p:cNvPr id="18" name="Text Placeholder 2"/>
          <p:cNvSpPr>
            <a:spLocks noGrp="1"/>
          </p:cNvSpPr>
          <p:nvPr>
            <p:ph type="body" idx="1"/>
          </p:nvPr>
        </p:nvSpPr>
        <p:spPr>
          <a:xfrm>
            <a:off x="548640" y="2737371"/>
            <a:ext cx="5669280" cy="684086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1500" b="0">
                <a:solidFill>
                  <a:srgbClr val="011837"/>
                </a:solidFill>
                <a:latin typeface="+mn-lt"/>
              </a:defRPr>
            </a:lvl1pPr>
          </a:lstStyle>
          <a:p>
            <a:r>
              <a:rPr lang="en-US"/>
              <a:t>Subtitle</a:t>
            </a:r>
          </a:p>
        </p:txBody>
      </p:sp>
      <p:sp>
        <p:nvSpPr>
          <p:cNvPr id="19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9144" y="4860608"/>
            <a:ext cx="356616" cy="272606"/>
          </a:xfrm>
        </p:spPr>
        <p:txBody>
          <a:bodyPr anchor="ctr"/>
          <a:lstStyle>
            <a:lvl1pPr algn="ctr">
              <a:defRPr sz="700" b="1">
                <a:solidFill>
                  <a:srgbClr val="011837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20" name="Date Placeholder"/>
          <p:cNvSpPr>
            <a:spLocks noGrp="1"/>
          </p:cNvSpPr>
          <p:nvPr>
            <p:ph type="dt" sz="half" idx="20"/>
          </p:nvPr>
        </p:nvSpPr>
        <p:spPr>
          <a:xfrm>
            <a:off x="7827264" y="4917186"/>
            <a:ext cx="1033272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700">
                <a:solidFill>
                  <a:srgbClr val="011837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21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420624" y="4917186"/>
            <a:ext cx="3108960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700">
                <a:solidFill>
                  <a:srgbClr val="011837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2" name="Content Placeholder 2"/>
          <p:cNvSpPr>
            <a:spLocks noGrp="1"/>
          </p:cNvSpPr>
          <p:nvPr>
            <p:ph sz="half" idx="1"/>
          </p:nvPr>
        </p:nvSpPr>
        <p:spPr>
          <a:xfrm>
            <a:off x="548640" y="857421"/>
            <a:ext cx="3886200" cy="3885914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Left</a:t>
            </a:r>
          </a:p>
        </p:txBody>
      </p:sp>
      <p:sp>
        <p:nvSpPr>
          <p:cNvPr id="13" name="Content Placeholder 3"/>
          <p:cNvSpPr>
            <a:spLocks noGrp="1"/>
          </p:cNvSpPr>
          <p:nvPr>
            <p:ph sz="half" idx="2"/>
          </p:nvPr>
        </p:nvSpPr>
        <p:spPr>
          <a:xfrm>
            <a:off x="4709160" y="857421"/>
            <a:ext cx="3886200" cy="3885914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Right</a:t>
            </a:r>
          </a:p>
        </p:txBody>
      </p:sp>
      <p:sp>
        <p:nvSpPr>
          <p:cNvPr id="14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9144" y="4860608"/>
            <a:ext cx="356616" cy="272606"/>
          </a:xfrm>
        </p:spPr>
        <p:txBody>
          <a:bodyPr anchor="ctr"/>
          <a:lstStyle>
            <a:lvl1pPr algn="ctr">
              <a:defRPr sz="7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5" name="Date Placeholder"/>
          <p:cNvSpPr>
            <a:spLocks noGrp="1"/>
          </p:cNvSpPr>
          <p:nvPr>
            <p:ph type="dt" sz="half" idx="20"/>
          </p:nvPr>
        </p:nvSpPr>
        <p:spPr>
          <a:xfrm>
            <a:off x="7827264" y="4917186"/>
            <a:ext cx="1033272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7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6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420624" y="4917186"/>
            <a:ext cx="3108960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7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2" name="Text Placeholder 2"/>
          <p:cNvSpPr>
            <a:spLocks noGrp="1"/>
          </p:cNvSpPr>
          <p:nvPr>
            <p:ph type="body" idx="1"/>
          </p:nvPr>
        </p:nvSpPr>
        <p:spPr>
          <a:xfrm>
            <a:off x="548640" y="857421"/>
            <a:ext cx="3886200" cy="462915"/>
          </a:xfrm>
          <a:prstGeom prst="rect">
            <a:avLst/>
          </a:prstGeom>
        </p:spPr>
        <p:txBody>
          <a:bodyPr vert="horz" anchor="b">
            <a:normAutofit/>
          </a:bodyPr>
          <a:lstStyle>
            <a:lvl1pPr marL="0" indent="0">
              <a:buNone/>
              <a:defRPr sz="1500" b="1">
                <a:solidFill>
                  <a:schemeClr val="tx2"/>
                </a:solidFill>
              </a:defRPr>
            </a:lvl1pPr>
          </a:lstStyle>
          <a:p>
            <a:r>
              <a:rPr lang="en-US"/>
              <a:t>Heading</a:t>
            </a:r>
          </a:p>
        </p:txBody>
      </p:sp>
      <p:sp>
        <p:nvSpPr>
          <p:cNvPr id="13" name="Content Placeholder 4"/>
          <p:cNvSpPr>
            <a:spLocks noGrp="1"/>
          </p:cNvSpPr>
          <p:nvPr>
            <p:ph sz="half" idx="11"/>
          </p:nvPr>
        </p:nvSpPr>
        <p:spPr>
          <a:xfrm>
            <a:off x="548640" y="1371771"/>
            <a:ext cx="3886200" cy="3371564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Content</a:t>
            </a:r>
          </a:p>
        </p:txBody>
      </p:sp>
      <p:sp>
        <p:nvSpPr>
          <p:cNvPr id="14" name="Text Placeholder 3"/>
          <p:cNvSpPr>
            <a:spLocks noGrp="1"/>
          </p:cNvSpPr>
          <p:nvPr>
            <p:ph type="body" sz="quarter" idx="3"/>
          </p:nvPr>
        </p:nvSpPr>
        <p:spPr>
          <a:xfrm>
            <a:off x="4709160" y="857421"/>
            <a:ext cx="3886200" cy="462915"/>
          </a:xfrm>
          <a:prstGeom prst="rect">
            <a:avLst/>
          </a:prstGeom>
        </p:spPr>
        <p:txBody>
          <a:bodyPr vert="horz" anchor="b">
            <a:normAutofit/>
          </a:bodyPr>
          <a:lstStyle>
            <a:lvl1pPr marL="0" indent="0">
              <a:buNone/>
              <a:defRPr sz="1500" b="1">
                <a:solidFill>
                  <a:schemeClr val="tx2"/>
                </a:solidFill>
              </a:defRPr>
            </a:lvl1pPr>
          </a:lstStyle>
          <a:p>
            <a:r>
              <a:rPr lang="en-US"/>
              <a:t>Heading</a:t>
            </a:r>
          </a:p>
        </p:txBody>
      </p:sp>
      <p:sp>
        <p:nvSpPr>
          <p:cNvPr id="15" name="Content Placeholder 5"/>
          <p:cNvSpPr>
            <a:spLocks noGrp="1"/>
          </p:cNvSpPr>
          <p:nvPr>
            <p:ph sz="half" idx="2"/>
          </p:nvPr>
        </p:nvSpPr>
        <p:spPr>
          <a:xfrm>
            <a:off x="4709160" y="1371771"/>
            <a:ext cx="3886200" cy="3371564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Content</a:t>
            </a:r>
          </a:p>
        </p:txBody>
      </p:sp>
      <p:sp>
        <p:nvSpPr>
          <p:cNvPr id="16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9144" y="4860608"/>
            <a:ext cx="356616" cy="272606"/>
          </a:xfrm>
        </p:spPr>
        <p:txBody>
          <a:bodyPr anchor="ctr"/>
          <a:lstStyle>
            <a:lvl1pPr algn="ctr">
              <a:defRPr sz="7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7" name="Date Placeholder"/>
          <p:cNvSpPr>
            <a:spLocks noGrp="1"/>
          </p:cNvSpPr>
          <p:nvPr>
            <p:ph type="dt" sz="half" idx="20"/>
          </p:nvPr>
        </p:nvSpPr>
        <p:spPr>
          <a:xfrm>
            <a:off x="7827264" y="4917186"/>
            <a:ext cx="1033272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7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8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420624" y="4917186"/>
            <a:ext cx="3108960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7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548640" y="857421"/>
            <a:ext cx="3017520" cy="668655"/>
          </a:xfrm>
          <a:prstGeom prst="rect">
            <a:avLst/>
          </a:prstGeom>
        </p:spPr>
        <p:txBody>
          <a:bodyPr vert="horz" lIns="0" tIns="0" rIns="0" bIns="0" anchor="b">
            <a:normAutofit/>
          </a:bodyPr>
          <a:lstStyle>
            <a:lvl1pPr algn="l">
              <a:defRPr sz="1500" b="1"/>
            </a:lvl1pPr>
          </a:lstStyle>
          <a:p>
            <a:r>
              <a:rPr lang="en-US"/>
              <a:t>Caption title</a:t>
            </a:r>
          </a:p>
        </p:txBody>
      </p:sp>
      <p:sp>
        <p:nvSpPr>
          <p:cNvPr id="13" name="Content Placeholder 2"/>
          <p:cNvSpPr>
            <a:spLocks noGrp="1"/>
          </p:cNvSpPr>
          <p:nvPr>
            <p:ph idx="1"/>
          </p:nvPr>
        </p:nvSpPr>
        <p:spPr>
          <a:xfrm>
            <a:off x="3840480" y="857421"/>
            <a:ext cx="4754880" cy="3885914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Content</a:t>
            </a:r>
          </a:p>
        </p:txBody>
      </p:sp>
      <p:sp>
        <p:nvSpPr>
          <p:cNvPr id="14" name="Text Placeholder 3"/>
          <p:cNvSpPr>
            <a:spLocks noGrp="1"/>
          </p:cNvSpPr>
          <p:nvPr>
            <p:ph type="body" sz="half" idx="2"/>
          </p:nvPr>
        </p:nvSpPr>
        <p:spPr>
          <a:xfrm>
            <a:off x="548640" y="1577511"/>
            <a:ext cx="3017520" cy="3165824"/>
          </a:xfrm>
          <a:prstGeom prst="rect">
            <a:avLst/>
          </a:prstGeom>
        </p:spPr>
        <p:txBody>
          <a:bodyPr vert="horz" lIns="0" tIns="0" rIns="0" bIns="0">
            <a:normAutofit/>
          </a:bodyPr>
          <a:lstStyle>
            <a:lvl1pPr marL="0" indent="0">
              <a:buNone/>
              <a:defRPr sz="1000"/>
            </a:lvl1pPr>
          </a:lstStyle>
          <a:p>
            <a:r>
              <a:rPr lang="en-US"/>
              <a:t>Caption</a:t>
            </a:r>
          </a:p>
        </p:txBody>
      </p:sp>
      <p:sp>
        <p:nvSpPr>
          <p:cNvPr id="15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9144" y="4860608"/>
            <a:ext cx="356616" cy="272606"/>
          </a:xfrm>
        </p:spPr>
        <p:txBody>
          <a:bodyPr anchor="ctr"/>
          <a:lstStyle>
            <a:lvl1pPr algn="ctr">
              <a:defRPr sz="7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6" name="Date Placeholder"/>
          <p:cNvSpPr>
            <a:spLocks noGrp="1"/>
          </p:cNvSpPr>
          <p:nvPr>
            <p:ph type="dt" sz="half" idx="20"/>
          </p:nvPr>
        </p:nvSpPr>
        <p:spPr>
          <a:xfrm>
            <a:off x="7827264" y="4917186"/>
            <a:ext cx="1033272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7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7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420624" y="4917186"/>
            <a:ext cx="3108960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7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9144" y="4860608"/>
            <a:ext cx="356616" cy="272606"/>
          </a:xfrm>
        </p:spPr>
        <p:txBody>
          <a:bodyPr anchor="ctr"/>
          <a:lstStyle>
            <a:lvl1pPr algn="ctr">
              <a:defRPr sz="7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3" name="Date Placeholder"/>
          <p:cNvSpPr>
            <a:spLocks noGrp="1"/>
          </p:cNvSpPr>
          <p:nvPr>
            <p:ph type="dt" sz="half" idx="20"/>
          </p:nvPr>
        </p:nvSpPr>
        <p:spPr>
          <a:xfrm>
            <a:off x="7827264" y="4917186"/>
            <a:ext cx="1033272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7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4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420624" y="4917186"/>
            <a:ext cx="3108960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7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 showMasterSp="0">
  <p:cSld name="Closing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Wave band 1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>
                <a:moveTo>
                  <a:pt x="10979" y="0"/>
                </a:moveTo>
                <a:cubicBezTo>
                  <a:pt x="11339" y="1778"/>
                  <a:pt x="12909" y="4468"/>
                  <a:pt x="12909" y="6089"/>
                </a:cubicBezTo>
                <a:cubicBezTo>
                  <a:pt x="12909" y="7867"/>
                  <a:pt x="12410" y="8713"/>
                  <a:pt x="12278" y="9000"/>
                </a:cubicBezTo>
                <a:lnTo>
                  <a:pt x="12800" y="9000"/>
                </a:lnTo>
                <a:cubicBezTo>
                  <a:pt x="13258" y="8249"/>
                  <a:pt x="13712" y="7476"/>
                  <a:pt x="13712" y="5781"/>
                </a:cubicBezTo>
                <a:cubicBezTo>
                  <a:pt x="13712" y="4272"/>
                  <a:pt x="11843" y="1425"/>
                  <a:pt x="11421" y="0"/>
                </a:cubicBezTo>
                <a:close/>
              </a:path>
            </a:pathLst>
          </a:custGeom>
          <a:solidFill>
            <a:schemeClr val="accent1">
              <a:alpha val="18000"/>
            </a:schemeClr>
          </a:solidFill>
          <a:ln>
            <a:noFill/>
          </a:ln>
        </p:spPr>
      </p:sp>
      <p:sp>
        <p:nvSpPr>
          <p:cNvPr id="12" name="Wave band 2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>
                <a:moveTo>
                  <a:pt x="11421" y="0"/>
                </a:moveTo>
                <a:cubicBezTo>
                  <a:pt x="11843" y="1425"/>
                  <a:pt x="13712" y="4272"/>
                  <a:pt x="13712" y="5781"/>
                </a:cubicBezTo>
                <a:cubicBezTo>
                  <a:pt x="13712" y="7476"/>
                  <a:pt x="13258" y="8249"/>
                  <a:pt x="12800" y="9000"/>
                </a:cubicBezTo>
                <a:lnTo>
                  <a:pt x="13312" y="9000"/>
                </a:lnTo>
                <a:cubicBezTo>
                  <a:pt x="13822" y="8320"/>
                  <a:pt x="14517" y="7418"/>
                  <a:pt x="14517" y="5564"/>
                </a:cubicBezTo>
                <a:cubicBezTo>
                  <a:pt x="14517" y="3969"/>
                  <a:pt x="12419" y="1243"/>
                  <a:pt x="11883" y="0"/>
                </a:cubicBezTo>
                <a:close/>
              </a:path>
            </a:pathLst>
          </a:custGeom>
          <a:solidFill>
            <a:schemeClr val="accent1">
              <a:alpha val="10000"/>
            </a:schemeClr>
          </a:solidFill>
          <a:ln>
            <a:noFill/>
          </a:ln>
        </p:spPr>
      </p:sp>
      <p:sp>
        <p:nvSpPr>
          <p:cNvPr id="13" name="Wave line 1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0979" y="0"/>
                </a:moveTo>
                <a:cubicBezTo>
                  <a:pt x="11339" y="1778"/>
                  <a:pt x="12909" y="4468"/>
                  <a:pt x="12909" y="6089"/>
                </a:cubicBezTo>
                <a:cubicBezTo>
                  <a:pt x="12909" y="7867"/>
                  <a:pt x="12410" y="8713"/>
                  <a:pt x="12278" y="9000"/>
                </a:cubicBezTo>
              </a:path>
            </a:pathLst>
          </a:custGeom>
          <a:noFill/>
          <a:ln w="13716">
            <a:solidFill>
              <a:schemeClr val="accent1"/>
            </a:solidFill>
          </a:ln>
        </p:spPr>
      </p:sp>
      <p:sp>
        <p:nvSpPr>
          <p:cNvPr id="14" name="Wave line 2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1421" y="0"/>
                </a:moveTo>
                <a:cubicBezTo>
                  <a:pt x="11843" y="1425"/>
                  <a:pt x="13712" y="4272"/>
                  <a:pt x="13712" y="5781"/>
                </a:cubicBezTo>
                <a:cubicBezTo>
                  <a:pt x="13712" y="7476"/>
                  <a:pt x="13258" y="8249"/>
                  <a:pt x="12800" y="9000"/>
                </a:cubicBezTo>
              </a:path>
            </a:pathLst>
          </a:custGeom>
          <a:noFill/>
          <a:ln w="13716">
            <a:solidFill>
              <a:schemeClr val="accent1"/>
            </a:solidFill>
          </a:ln>
        </p:spPr>
      </p:sp>
      <p:sp>
        <p:nvSpPr>
          <p:cNvPr id="15" name="Wave line 3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1883" y="0"/>
                </a:moveTo>
                <a:cubicBezTo>
                  <a:pt x="12419" y="1243"/>
                  <a:pt x="14517" y="3969"/>
                  <a:pt x="14517" y="5564"/>
                </a:cubicBezTo>
                <a:cubicBezTo>
                  <a:pt x="14517" y="7418"/>
                  <a:pt x="13822" y="8320"/>
                  <a:pt x="13312" y="9000"/>
                </a:cubicBezTo>
              </a:path>
            </a:pathLst>
          </a:custGeom>
          <a:noFill/>
          <a:ln w="13716">
            <a:solidFill>
              <a:schemeClr val="accent1"/>
            </a:solidFill>
          </a:ln>
        </p:spPr>
      </p:sp>
      <p:pic>
        <p:nvPicPr>
          <p:cNvPr id="16" name="Logo (primary)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48640" y="462915"/>
            <a:ext cx="2031797" cy="514350"/>
          </a:xfrm>
          <a:prstGeom prst="rect">
            <a:avLst/>
          </a:prstGeom>
        </p:spPr>
      </p:pic>
      <p:sp>
        <p:nvSpPr>
          <p:cNvPr id="17" name="Title tab"/>
          <p:cNvSpPr/>
          <p:nvPr userDrawn="1"/>
        </p:nvSpPr>
        <p:spPr>
          <a:xfrm>
            <a:off x="0" y="2366010"/>
            <a:ext cx="164592" cy="38576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</p:sp>
      <p:sp>
        <p:nvSpPr>
          <p:cNvPr id="18" name="Title 1"/>
          <p:cNvSpPr>
            <a:spLocks noGrp="1"/>
          </p:cNvSpPr>
          <p:nvPr>
            <p:ph type="title"/>
          </p:nvPr>
        </p:nvSpPr>
        <p:spPr>
          <a:xfrm>
            <a:off x="548640" y="1131570"/>
            <a:ext cx="5669280" cy="1697355"/>
          </a:xfrm>
          <a:prstGeom prst="rect">
            <a:avLst/>
          </a:prstGeom>
        </p:spPr>
        <p:txBody>
          <a:bodyPr vert="horz" lIns="0" tIns="0" rIns="0" bIns="0" anchor="b">
            <a:normAutofit/>
          </a:bodyPr>
          <a:lstStyle>
            <a:lvl1pPr algn="l">
              <a:lnSpc>
                <a:spcPct val="90000"/>
              </a:lnSpc>
              <a:defRPr sz="3000" b="1">
                <a:solidFill>
                  <a:srgbClr val="011837"/>
                </a:solidFill>
                <a:latin typeface="+mj-lt"/>
              </a:defRPr>
            </a:lvl1pPr>
          </a:lstStyle>
          <a:p>
            <a:r>
              <a:rPr lang="en-US"/>
              <a:t>Thank you</a:t>
            </a:r>
          </a:p>
        </p:txBody>
      </p:sp>
      <p:sp>
        <p:nvSpPr>
          <p:cNvPr id="19" name="Content Placeholder 2"/>
          <p:cNvSpPr>
            <a:spLocks noGrp="1"/>
          </p:cNvSpPr>
          <p:nvPr>
            <p:ph idx="1"/>
          </p:nvPr>
        </p:nvSpPr>
        <p:spPr>
          <a:xfrm>
            <a:off x="548640" y="2983230"/>
            <a:ext cx="5669280" cy="154305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>
              <a:defRPr sz="1200">
                <a:solidFill>
                  <a:srgbClr val="011837"/>
                </a:solidFill>
              </a:defRPr>
            </a:lvl1pPr>
            <a:lvl2pPr>
              <a:defRPr sz="1100">
                <a:solidFill>
                  <a:srgbClr val="011837"/>
                </a:solidFill>
              </a:defRPr>
            </a:lvl2pPr>
            <a:lvl3pPr>
              <a:defRPr sz="1000">
                <a:solidFill>
                  <a:srgbClr val="011837"/>
                </a:solidFill>
              </a:defRPr>
            </a:lvl3pPr>
          </a:lstStyle>
          <a:p>
            <a:r>
              <a:rPr lang="en-US"/>
              <a:t>Contact details</a:t>
            </a:r>
          </a:p>
        </p:txBody>
      </p:sp>
      <p:sp>
        <p:nvSpPr>
          <p:cNvPr id="20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9144" y="4860608"/>
            <a:ext cx="356616" cy="272606"/>
          </a:xfrm>
        </p:spPr>
        <p:txBody>
          <a:bodyPr anchor="ctr"/>
          <a:lstStyle>
            <a:lvl1pPr algn="ctr">
              <a:defRPr sz="700" b="1">
                <a:solidFill>
                  <a:srgbClr val="011837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21" name="Date Placeholder"/>
          <p:cNvSpPr>
            <a:spLocks noGrp="1"/>
          </p:cNvSpPr>
          <p:nvPr>
            <p:ph type="dt" sz="half" idx="20"/>
          </p:nvPr>
        </p:nvSpPr>
        <p:spPr>
          <a:xfrm>
            <a:off x="7827264" y="4917186"/>
            <a:ext cx="1033272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700">
                <a:solidFill>
                  <a:srgbClr val="011837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22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420624" y="4917186"/>
            <a:ext cx="3108960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700">
                <a:solidFill>
                  <a:srgbClr val="011837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 showMasterSp="0">
  <p:cSld name="Title Slide (light)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Wave line 1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0979" y="0"/>
                </a:moveTo>
                <a:cubicBezTo>
                  <a:pt x="11339" y="1778"/>
                  <a:pt x="12909" y="4468"/>
                  <a:pt x="12909" y="6089"/>
                </a:cubicBezTo>
                <a:cubicBezTo>
                  <a:pt x="12909" y="7867"/>
                  <a:pt x="12410" y="8713"/>
                  <a:pt x="12278" y="9000"/>
                </a:cubicBezTo>
              </a:path>
            </a:pathLst>
          </a:custGeom>
          <a:noFill/>
          <a:ln w="13716">
            <a:solidFill>
              <a:schemeClr val="accent1"/>
            </a:solidFill>
          </a:ln>
        </p:spPr>
      </p:sp>
      <p:sp>
        <p:nvSpPr>
          <p:cNvPr id="12" name="Wave line 2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1421" y="0"/>
                </a:moveTo>
                <a:cubicBezTo>
                  <a:pt x="11843" y="1425"/>
                  <a:pt x="13712" y="4272"/>
                  <a:pt x="13712" y="5781"/>
                </a:cubicBezTo>
                <a:cubicBezTo>
                  <a:pt x="13712" y="7476"/>
                  <a:pt x="13258" y="8249"/>
                  <a:pt x="12800" y="9000"/>
                </a:cubicBezTo>
              </a:path>
            </a:pathLst>
          </a:custGeom>
          <a:noFill/>
          <a:ln w="13716">
            <a:solidFill>
              <a:schemeClr val="accent1"/>
            </a:solidFill>
          </a:ln>
        </p:spPr>
      </p:sp>
      <p:sp>
        <p:nvSpPr>
          <p:cNvPr id="13" name="Wave line 3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1883" y="0"/>
                </a:moveTo>
                <a:cubicBezTo>
                  <a:pt x="12419" y="1243"/>
                  <a:pt x="14517" y="3969"/>
                  <a:pt x="14517" y="5564"/>
                </a:cubicBezTo>
                <a:cubicBezTo>
                  <a:pt x="14517" y="7418"/>
                  <a:pt x="13822" y="8320"/>
                  <a:pt x="13312" y="9000"/>
                </a:cubicBezTo>
              </a:path>
            </a:pathLst>
          </a:custGeom>
          <a:noFill/>
          <a:ln w="13716">
            <a:solidFill>
              <a:schemeClr val="accent1"/>
            </a:solidFill>
          </a:ln>
        </p:spPr>
      </p:sp>
      <p:pic>
        <p:nvPicPr>
          <p:cNvPr id="14" name="Logo (background)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48640" y="308610"/>
            <a:ext cx="1828800" cy="462915"/>
          </a:xfrm>
          <a:prstGeom prst="rect">
            <a:avLst/>
          </a:prstGeom>
        </p:spPr>
      </p:pic>
      <p:sp>
        <p:nvSpPr>
          <p:cNvPr id="15" name="Title tab"/>
          <p:cNvSpPr/>
          <p:nvPr userDrawn="1"/>
        </p:nvSpPr>
        <p:spPr>
          <a:xfrm>
            <a:off x="0" y="2211705"/>
            <a:ext cx="164592" cy="82296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</p:sp>
      <p:sp>
        <p:nvSpPr>
          <p:cNvPr id="16" name="Date"/>
          <p:cNvSpPr>
            <a:spLocks noGrp="1"/>
          </p:cNvSpPr>
          <p:nvPr>
            <p:ph type="dt" idx="20"/>
          </p:nvPr>
        </p:nvSpPr>
        <p:spPr>
          <a:xfrm>
            <a:off x="548640" y="1928812"/>
            <a:ext cx="4572000" cy="231458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800" b="1" cap="all">
                <a:solidFill>
                  <a:srgbClr val="00357A"/>
                </a:solidFill>
                <a:latin typeface="+mn-lt"/>
              </a:defRPr>
            </a:lvl1pPr>
          </a:lstStyle>
          <a:p>
            <a:fld id="{B6F15528-21DE-4FAA-801E-634DDDAF4B2B}" type="datetime1">
              <a:rPr lang="en-US"/>
              <a:t>Date</a:t>
            </a:fld>
          </a:p>
        </p:txBody>
      </p:sp>
      <p:sp>
        <p:nvSpPr>
          <p:cNvPr id="17" name="Title"/>
          <p:cNvSpPr>
            <a:spLocks noGrp="1"/>
          </p:cNvSpPr>
          <p:nvPr>
            <p:ph type="ctrTitle"/>
          </p:nvPr>
        </p:nvSpPr>
        <p:spPr>
          <a:xfrm>
            <a:off x="548640" y="2211705"/>
            <a:ext cx="4572000" cy="82296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2200" b="1">
                <a:solidFill>
                  <a:srgbClr val="00357A"/>
                </a:solidFill>
                <a:latin typeface="+mn-lt"/>
              </a:defRPr>
            </a:lvl1pPr>
          </a:lstStyle>
          <a:p>
            <a:r>
              <a:rPr lang="en-US"/>
              <a:t>Title</a:t>
            </a:r>
          </a:p>
        </p:txBody>
      </p:sp>
      <p:cxnSp>
        <p:nvCxnSpPr>
          <p:cNvPr id="18" name="Title rule"/>
          <p:cNvCxnSpPr/>
          <p:nvPr userDrawn="1"/>
        </p:nvCxnSpPr>
        <p:spPr>
          <a:xfrm>
            <a:off x="548640" y="3163252"/>
            <a:ext cx="1188720" cy="0"/>
          </a:xfrm>
          <a:prstGeom prst="line">
            <a:avLst/>
          </a:prstGeom>
          <a:ln w="16974">
            <a:solidFill>
              <a:schemeClr val="accent1"/>
            </a:solidFill>
          </a:ln>
        </p:spPr>
      </p:cxnSp>
      <p:sp>
        <p:nvSpPr>
          <p:cNvPr id="19" name="Subtitle"/>
          <p:cNvSpPr>
            <a:spLocks noGrp="1"/>
          </p:cNvSpPr>
          <p:nvPr>
            <p:ph type="subTitle" idx="1"/>
          </p:nvPr>
        </p:nvSpPr>
        <p:spPr>
          <a:xfrm>
            <a:off x="548640" y="3291840"/>
            <a:ext cx="4572000" cy="113157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1500" b="0">
                <a:solidFill>
                  <a:srgbClr val="00357A"/>
                </a:solidFill>
                <a:latin typeface="+mn-lt"/>
              </a:defRPr>
            </a:lvl1pPr>
          </a:lstStyle>
          <a:p>
            <a:r>
              <a:rPr lang="en-US"/>
              <a:t>Subtitle</a:t>
            </a:r>
          </a:p>
        </p:txBody>
      </p:sp>
      <p:sp>
        <p:nvSpPr>
          <p:cNvPr id="20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9144" y="4860608"/>
            <a:ext cx="356616" cy="272606"/>
          </a:xfrm>
        </p:spPr>
        <p:txBody>
          <a:bodyPr anchor="ctr"/>
          <a:lstStyle>
            <a:lvl1pPr algn="ctr">
              <a:defRPr sz="700" b="1">
                <a:solidFill>
                  <a:srgbClr val="00357A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22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420624" y="4917186"/>
            <a:ext cx="3108960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700">
                <a:solidFill>
                  <a:srgbClr val="00357A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 showMasterSp="0">
  <p:cSld name="Closing (light)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Wave line 1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0979" y="0"/>
                </a:moveTo>
                <a:cubicBezTo>
                  <a:pt x="11339" y="1778"/>
                  <a:pt x="12909" y="4468"/>
                  <a:pt x="12909" y="6089"/>
                </a:cubicBezTo>
                <a:cubicBezTo>
                  <a:pt x="12909" y="7867"/>
                  <a:pt x="12410" y="8713"/>
                  <a:pt x="12278" y="9000"/>
                </a:cubicBezTo>
              </a:path>
            </a:pathLst>
          </a:custGeom>
          <a:noFill/>
          <a:ln w="13716">
            <a:solidFill>
              <a:schemeClr val="accent1"/>
            </a:solidFill>
          </a:ln>
        </p:spPr>
      </p:sp>
      <p:sp>
        <p:nvSpPr>
          <p:cNvPr id="12" name="Wave line 2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1421" y="0"/>
                </a:moveTo>
                <a:cubicBezTo>
                  <a:pt x="11843" y="1425"/>
                  <a:pt x="13712" y="4272"/>
                  <a:pt x="13712" y="5781"/>
                </a:cubicBezTo>
                <a:cubicBezTo>
                  <a:pt x="13712" y="7476"/>
                  <a:pt x="13258" y="8249"/>
                  <a:pt x="12800" y="9000"/>
                </a:cubicBezTo>
              </a:path>
            </a:pathLst>
          </a:custGeom>
          <a:noFill/>
          <a:ln w="13716">
            <a:solidFill>
              <a:schemeClr val="accent1"/>
            </a:solidFill>
          </a:ln>
        </p:spPr>
      </p:sp>
      <p:sp>
        <p:nvSpPr>
          <p:cNvPr id="13" name="Wave line 3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1883" y="0"/>
                </a:moveTo>
                <a:cubicBezTo>
                  <a:pt x="12419" y="1243"/>
                  <a:pt x="14517" y="3969"/>
                  <a:pt x="14517" y="5564"/>
                </a:cubicBezTo>
                <a:cubicBezTo>
                  <a:pt x="14517" y="7418"/>
                  <a:pt x="13822" y="8320"/>
                  <a:pt x="13312" y="9000"/>
                </a:cubicBezTo>
              </a:path>
            </a:pathLst>
          </a:custGeom>
          <a:noFill/>
          <a:ln w="13716">
            <a:solidFill>
              <a:schemeClr val="accent1"/>
            </a:solidFill>
          </a:ln>
        </p:spPr>
      </p:sp>
      <p:pic>
        <p:nvPicPr>
          <p:cNvPr id="14" name="Logo (background)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48640" y="462915"/>
            <a:ext cx="2031797" cy="514350"/>
          </a:xfrm>
          <a:prstGeom prst="rect">
            <a:avLst/>
          </a:prstGeom>
        </p:spPr>
      </p:pic>
      <p:sp>
        <p:nvSpPr>
          <p:cNvPr id="15" name="Title tab"/>
          <p:cNvSpPr/>
          <p:nvPr userDrawn="1"/>
        </p:nvSpPr>
        <p:spPr>
          <a:xfrm>
            <a:off x="0" y="2366010"/>
            <a:ext cx="164592" cy="38576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</p:sp>
      <p:sp>
        <p:nvSpPr>
          <p:cNvPr id="16" name="Title 1"/>
          <p:cNvSpPr>
            <a:spLocks noGrp="1"/>
          </p:cNvSpPr>
          <p:nvPr>
            <p:ph type="title"/>
          </p:nvPr>
        </p:nvSpPr>
        <p:spPr>
          <a:xfrm>
            <a:off x="548640" y="1131570"/>
            <a:ext cx="5669280" cy="1697355"/>
          </a:xfrm>
          <a:prstGeom prst="rect">
            <a:avLst/>
          </a:prstGeom>
        </p:spPr>
        <p:txBody>
          <a:bodyPr vert="horz" lIns="0" tIns="0" rIns="0" bIns="0" anchor="b">
            <a:normAutofit/>
          </a:bodyPr>
          <a:lstStyle>
            <a:lvl1pPr algn="l">
              <a:lnSpc>
                <a:spcPct val="90000"/>
              </a:lnSpc>
              <a:defRPr sz="3000" b="1">
                <a:solidFill>
                  <a:srgbClr val="00357A"/>
                </a:solidFill>
                <a:latin typeface="+mj-lt"/>
              </a:defRPr>
            </a:lvl1pPr>
          </a:lstStyle>
          <a:p>
            <a:r>
              <a:rPr lang="en-US"/>
              <a:t>Thank you</a:t>
            </a:r>
          </a:p>
        </p:txBody>
      </p:sp>
      <p:sp>
        <p:nvSpPr>
          <p:cNvPr id="17" name="Content Placeholder 2"/>
          <p:cNvSpPr>
            <a:spLocks noGrp="1"/>
          </p:cNvSpPr>
          <p:nvPr>
            <p:ph idx="1"/>
          </p:nvPr>
        </p:nvSpPr>
        <p:spPr>
          <a:xfrm>
            <a:off x="548640" y="2983230"/>
            <a:ext cx="5669280" cy="154305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>
              <a:defRPr sz="1200">
                <a:solidFill>
                  <a:srgbClr val="00357A"/>
                </a:solidFill>
              </a:defRPr>
            </a:lvl1pPr>
            <a:lvl2pPr>
              <a:defRPr sz="1100">
                <a:solidFill>
                  <a:srgbClr val="00357A"/>
                </a:solidFill>
              </a:defRPr>
            </a:lvl2pPr>
            <a:lvl3pPr>
              <a:defRPr sz="1000">
                <a:solidFill>
                  <a:srgbClr val="00357A"/>
                </a:solidFill>
              </a:defRPr>
            </a:lvl3pPr>
          </a:lstStyle>
          <a:p>
            <a:r>
              <a:rPr lang="en-US"/>
              <a:t>Contact details</a:t>
            </a:r>
          </a:p>
        </p:txBody>
      </p:sp>
      <p:sp>
        <p:nvSpPr>
          <p:cNvPr id="18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9144" y="4860608"/>
            <a:ext cx="356616" cy="272606"/>
          </a:xfrm>
        </p:spPr>
        <p:txBody>
          <a:bodyPr anchor="ctr"/>
          <a:lstStyle>
            <a:lvl1pPr algn="ctr">
              <a:defRPr sz="700" b="1">
                <a:solidFill>
                  <a:srgbClr val="00357A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9" name="Date Placeholder"/>
          <p:cNvSpPr>
            <a:spLocks noGrp="1"/>
          </p:cNvSpPr>
          <p:nvPr>
            <p:ph type="dt" sz="half" idx="20"/>
          </p:nvPr>
        </p:nvSpPr>
        <p:spPr>
          <a:xfrm>
            <a:off x="7827264" y="4917186"/>
            <a:ext cx="1033272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700">
                <a:solidFill>
                  <a:srgbClr val="00357A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20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420624" y="4917186"/>
            <a:ext cx="3108960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700">
                <a:solidFill>
                  <a:srgbClr val="00357A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image" Target="../media/image1.png"/><Relationship Id="rId10" Type="http://schemas.openxmlformats.org/officeDocument/2006/relationships/slideLayout" Target="../slideLayouts/slideLayout1.xml"/><Relationship Id="rId11" Type="http://schemas.openxmlformats.org/officeDocument/2006/relationships/slideLayout" Target="../slideLayouts/slideLayout2.xml"/><Relationship Id="rId12" Type="http://schemas.openxmlformats.org/officeDocument/2006/relationships/slideLayout" Target="../slideLayouts/slideLayout3.xml"/><Relationship Id="rId13" Type="http://schemas.openxmlformats.org/officeDocument/2006/relationships/slideLayout" Target="../slideLayouts/slideLayout4.xml"/><Relationship Id="rId14" Type="http://schemas.openxmlformats.org/officeDocument/2006/relationships/slideLayout" Target="../slideLayouts/slideLayout5.xml"/><Relationship Id="rId15" Type="http://schemas.openxmlformats.org/officeDocument/2006/relationships/slideLayout" Target="../slideLayouts/slideLayout6.xml"/><Relationship Id="rId16" Type="http://schemas.openxmlformats.org/officeDocument/2006/relationships/slideLayout" Target="../slideLayouts/slideLayout7.xml"/><Relationship Id="rId17" Type="http://schemas.openxmlformats.org/officeDocument/2006/relationships/slideLayout" Target="../slideLayouts/slideLayout8.xml"/><Relationship Id="rId18" Type="http://schemas.openxmlformats.org/officeDocument/2006/relationships/slideLayout" Target="../slideLayouts/slideLayout9.xml"/><Relationship Id="rId19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Wave line 1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2099" y="0"/>
                </a:moveTo>
                <a:cubicBezTo>
                  <a:pt x="12459" y="1778"/>
                  <a:pt x="14029" y="4468"/>
                  <a:pt x="14029" y="6089"/>
                </a:cubicBezTo>
                <a:cubicBezTo>
                  <a:pt x="14029" y="7867"/>
                  <a:pt x="13530" y="8713"/>
                  <a:pt x="13398" y="9000"/>
                </a:cubicBezTo>
              </a:path>
            </a:pathLst>
          </a:custGeom>
          <a:noFill/>
          <a:ln w="13716">
            <a:solidFill>
              <a:schemeClr val="lt2"/>
            </a:solidFill>
          </a:ln>
        </p:spPr>
      </p:sp>
      <p:sp>
        <p:nvSpPr>
          <p:cNvPr id="16" name="Wave line 2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2541" y="0"/>
                </a:moveTo>
                <a:cubicBezTo>
                  <a:pt x="12963" y="1425"/>
                  <a:pt x="14832" y="4272"/>
                  <a:pt x="14832" y="5781"/>
                </a:cubicBezTo>
                <a:cubicBezTo>
                  <a:pt x="14832" y="7476"/>
                  <a:pt x="14378" y="8249"/>
                  <a:pt x="13920" y="9000"/>
                </a:cubicBezTo>
              </a:path>
            </a:pathLst>
          </a:custGeom>
          <a:noFill/>
          <a:ln w="13716">
            <a:solidFill>
              <a:schemeClr val="lt2"/>
            </a:solidFill>
          </a:ln>
        </p:spPr>
      </p:sp>
      <p:sp>
        <p:nvSpPr>
          <p:cNvPr id="17" name="Wave line 3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3003" y="0"/>
                </a:moveTo>
                <a:cubicBezTo>
                  <a:pt x="13539" y="1243"/>
                  <a:pt x="15637" y="3969"/>
                  <a:pt x="15637" y="5564"/>
                </a:cubicBezTo>
                <a:cubicBezTo>
                  <a:pt x="15637" y="7418"/>
                  <a:pt x="14942" y="8320"/>
                  <a:pt x="14432" y="9000"/>
                </a:cubicBezTo>
              </a:path>
            </a:pathLst>
          </a:custGeom>
          <a:noFill/>
          <a:ln w="13716">
            <a:solidFill>
              <a:schemeClr val="lt2"/>
            </a:solidFill>
          </a:ln>
        </p:spPr>
      </p:sp>
      <p:sp>
        <p:nvSpPr>
          <p:cNvPr id="11" name="Title tab"/>
          <p:cNvSpPr/>
          <p:nvPr userDrawn="1"/>
        </p:nvSpPr>
        <p:spPr>
          <a:xfrm>
            <a:off x="0" y="252032"/>
            <a:ext cx="164592" cy="49069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</p:sp>
      <p:cxnSp>
        <p:nvCxnSpPr>
          <p:cNvPr id="12" name="Title rule"/>
          <p:cNvCxnSpPr/>
          <p:nvPr userDrawn="1"/>
        </p:nvCxnSpPr>
        <p:spPr>
          <a:xfrm>
            <a:off x="548640" y="742721"/>
            <a:ext cx="8046720" cy="0"/>
          </a:xfrm>
          <a:prstGeom prst="line">
            <a:avLst/>
          </a:prstGeom>
          <a:ln w="9525">
            <a:solidFill>
              <a:schemeClr val="tx1">
                <a:alpha val="30000"/>
              </a:schemeClr>
            </a:solidFill>
          </a:ln>
        </p:spPr>
      </p:cxnSp>
      <p:sp>
        <p:nvSpPr>
          <p:cNvPr id="13" name="Title Placeholder"/>
          <p:cNvSpPr>
            <a:spLocks noGrp="1"/>
          </p:cNvSpPr>
          <p:nvPr>
            <p:ph type="title"/>
          </p:nvPr>
        </p:nvSpPr>
        <p:spPr>
          <a:xfrm>
            <a:off x="548640" y="252032"/>
            <a:ext cx="6769772" cy="490690"/>
          </a:xfrm>
          <a:prstGeom prst="rect">
            <a:avLst/>
          </a:prstGeom>
        </p:spPr>
        <p:txBody>
          <a:bodyPr vert="horz" lIns="0" tIns="0" rIns="0" bIns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4" name="Text Placeholder"/>
          <p:cNvSpPr>
            <a:spLocks noGrp="1"/>
          </p:cNvSpPr>
          <p:nvPr>
            <p:ph type="body" idx="1"/>
          </p:nvPr>
        </p:nvSpPr>
        <p:spPr>
          <a:xfrm>
            <a:off x="548640" y="857421"/>
            <a:ext cx="8046720" cy="3885914"/>
          </a:xfrm>
          <a:prstGeom prst="rect">
            <a:avLst/>
          </a:prstGeom>
        </p:spPr>
        <p:txBody>
          <a:bodyPr vert="horz" lIns="0" tIns="34290" rIns="0" bIns="3429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9144" y="4860608"/>
            <a:ext cx="356616" cy="272606"/>
          </a:xfrm>
        </p:spPr>
        <p:txBody>
          <a:bodyPr anchor="ctr"/>
          <a:lstStyle>
            <a:lvl1pPr algn="ctr">
              <a:defRPr sz="7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20" name="Date Placeholder"/>
          <p:cNvSpPr>
            <a:spLocks noGrp="1"/>
          </p:cNvSpPr>
          <p:nvPr>
            <p:ph type="dt" sz="half" idx="20"/>
          </p:nvPr>
        </p:nvSpPr>
        <p:spPr>
          <a:xfrm>
            <a:off x="7827264" y="4917186"/>
            <a:ext cx="1033272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7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21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420624" y="4917186"/>
            <a:ext cx="3108960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7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pic>
        <p:nvPicPr>
          <p:cNvPr id="18" name="Logo (light)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547012" y="274149"/>
            <a:ext cx="1048348" cy="265405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0"/>
    <p:sldLayoutId id="2147483650" r:id="rId11"/>
    <p:sldLayoutId id="2147483651" r:id="rId12"/>
    <p:sldLayoutId id="2147483652" r:id="rId13"/>
    <p:sldLayoutId id="2147483653" r:id="rId14"/>
    <p:sldLayoutId id="2147483654" r:id="rId15"/>
    <p:sldLayoutId id="2147483655" r:id="rId16"/>
    <p:sldLayoutId id="2147483656" r:id="rId17"/>
    <p:sldLayoutId id="2147483657" r:id="rId18"/>
    <p:sldLayoutId id="2147483658" r:id="rId19"/>
  </p:sldLayoutIdLst>
  <p:txStyles>
    <p:titleStyle>
      <a:lvl1pPr algn="l" defTabSz="342900" rtl="0" eaLnBrk="1" latinLnBrk="0" hangingPunct="1">
        <a:spcBef>
          <a:spcPct val="0"/>
        </a:spcBef>
        <a:buNone/>
        <a:defRPr sz="2000" b="1" kern="120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342900" rtl="0" eaLnBrk="1" latinLnBrk="0" hangingPunct="1">
        <a:lnSpc>
          <a:spcPct val="100000"/>
        </a:lnSpc>
        <a:spcBef>
          <a:spcPts val="600"/>
        </a:spcBef>
        <a:buFont typeface="Arial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indent="-171450" algn="l" defTabSz="342900" rtl="0" eaLnBrk="1" latinLnBrk="0" hangingPunct="1">
        <a:lnSpc>
          <a:spcPct val="100000"/>
        </a:lnSpc>
        <a:spcBef>
          <a:spcPts val="360"/>
        </a:spcBef>
        <a:buFont typeface="Wingdings"/>
        <a:buChar char="§"/>
        <a:defRPr sz="1100" kern="1200">
          <a:solidFill>
            <a:schemeClr val="tx1"/>
          </a:solidFill>
          <a:latin typeface="+mn-lt"/>
          <a:ea typeface="+mn-ea"/>
          <a:cs typeface="+mn-cs"/>
        </a:defRPr>
      </a:lvl2pPr>
      <a:lvl3pPr marL="514350" indent="-171450" algn="l" defTabSz="342900" rtl="0" eaLnBrk="1" latinLnBrk="0" hangingPunct="1">
        <a:lnSpc>
          <a:spcPct val="100000"/>
        </a:lnSpc>
        <a:spcBef>
          <a:spcPts val="360"/>
        </a:spcBef>
        <a:buFont typeface="Courier New"/>
        <a:buChar char="o"/>
        <a:defRPr sz="1000" kern="1200">
          <a:solidFill>
            <a:schemeClr val="tx1"/>
          </a:solidFill>
          <a:latin typeface="+mn-lt"/>
          <a:ea typeface="+mn-ea"/>
          <a:cs typeface="+mn-cs"/>
        </a:defRPr>
      </a:lvl3pPr>
      <a:lvl4pPr marL="685800" indent="-171450" algn="l" defTabSz="342900" rtl="0" eaLnBrk="1" latinLnBrk="0" hangingPunct="1">
        <a:lnSpc>
          <a:spcPct val="100000"/>
        </a:lnSpc>
        <a:spcBef>
          <a:spcPts val="360"/>
        </a:spcBef>
        <a:buFont typeface="Arial"/>
        <a:buChar char="–"/>
        <a:defRPr sz="900" kern="1200">
          <a:solidFill>
            <a:schemeClr val="tx1"/>
          </a:solidFill>
          <a:latin typeface="+mn-lt"/>
          <a:ea typeface="+mn-ea"/>
          <a:cs typeface="+mn-cs"/>
        </a:defRPr>
      </a:lvl4pPr>
      <a:lvl5pPr marL="857250" indent="-171450" algn="l" defTabSz="342900" rtl="0" eaLnBrk="1" latinLnBrk="0" hangingPunct="1">
        <a:lnSpc>
          <a:spcPct val="100000"/>
        </a:lnSpc>
        <a:spcBef>
          <a:spcPts val="360"/>
        </a:spcBef>
        <a:buFont typeface="Arial"/>
        <a:buChar char="»"/>
        <a:defRPr sz="800" kern="1200">
          <a:solidFill>
            <a:schemeClr val="tx1"/>
          </a:solidFill>
          <a:latin typeface="+mn-lt"/>
          <a:ea typeface="+mn-ea"/>
          <a:cs typeface="+mn-cs"/>
        </a:defRPr>
      </a:lvl5pPr>
      <a:lvl6pPr marL="1028700" indent="-171450" algn="l">
        <a:defRPr sz="800" kern="1200">
          <a:solidFill>
            <a:schemeClr val="tx1"/>
          </a:solidFill>
          <a:latin typeface="+mn-lt"/>
        </a:defRPr>
      </a:lvl6pPr>
      <a:lvl7pPr marL="1200150" indent="-171450" algn="l">
        <a:defRPr sz="800" kern="1200">
          <a:solidFill>
            <a:schemeClr val="tx1"/>
          </a:solidFill>
          <a:latin typeface="+mn-lt"/>
        </a:defRPr>
      </a:lvl7pPr>
      <a:lvl8pPr marL="1371600" indent="-171450" algn="l">
        <a:defRPr sz="800" kern="1200">
          <a:solidFill>
            <a:schemeClr val="tx1"/>
          </a:solidFill>
          <a:latin typeface="+mn-lt"/>
        </a:defRPr>
      </a:lvl8pPr>
      <a:lvl9pPr marL="1543050" indent="-171450" algn="l">
        <a:defRPr sz="800" kern="1200">
          <a:solidFill>
            <a:schemeClr val="tx1"/>
          </a:solidFill>
          <a:latin typeface="+mn-lt"/>
        </a:defRPr>
      </a:lvl9pPr>
    </p:bodyStyle>
    <p:otherStyle>
      <a:defPPr>
        <a:defRPr lang="en-US"/>
      </a:defPPr>
      <a:lvl1pPr marL="0" algn="l" defTabSz="342900">
        <a:defRPr sz="100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342900">
        <a:defRPr sz="100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342900">
        <a:defRPr sz="100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342900">
        <a:defRPr sz="100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342900">
        <a:defRPr sz="100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342900">
        <a:defRPr sz="100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342900">
        <a:defRPr sz="100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342900">
        <a:defRPr sz="100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342900">
        <a:defRPr sz="10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theme/theme1.xml><?xml version="1.0" encoding="utf-8"?>
<a:theme xmlns:a="http://schemas.openxmlformats.org/drawingml/2006/main" name="ucar">
  <a:themeElements>
    <a:clrScheme name="ucar">
      <a:dk1>
        <a:srgbClr val="00357A"/>
      </a:dk1>
      <a:lt1>
        <a:srgbClr val="FFFFFF"/>
      </a:lt1>
      <a:dk2>
        <a:srgbClr val="00A2B4"/>
      </a:dk2>
      <a:lt2>
        <a:srgbClr val="F1F0EE"/>
      </a:lt2>
      <a:accent1>
        <a:srgbClr val="34E1F4"/>
      </a:accent1>
      <a:accent2>
        <a:srgbClr val="00818F"/>
      </a:accent2>
      <a:accent3>
        <a:srgbClr val="011837"/>
      </a:accent3>
      <a:accent4>
        <a:srgbClr val="FFDD31"/>
      </a:accent4>
      <a:accent5>
        <a:srgbClr val="FFDD31"/>
      </a:accent5>
      <a:accent6>
        <a:srgbClr val="00818F"/>
      </a:accent6>
      <a:hlink>
        <a:srgbClr val="00A2B4"/>
      </a:hlink>
      <a:folHlink>
        <a:srgbClr val="00818F"/>
      </a:folHlink>
    </a:clrScheme>
    <a:fontScheme name="Poppins">
      <a:majorFont>
        <a:latin typeface="Poppins"/>
        <a:ea typeface=""/>
        <a:cs typeface=""/>
      </a:majorFont>
      <a:minorFont>
        <a:latin typeface="Poppins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  <a:custClrLst>
    <a:custClr name="Data 1 · Teal">
      <a:srgbClr val="00A2B4"/>
    </a:custClr>
    <a:custClr name="Data 2 · Orange">
      <a:srgbClr val="E0681A"/>
    </a:custClr>
    <a:custClr name="Data 3 · Blue">
      <a:srgbClr val="0057C2"/>
    </a:custClr>
    <a:custClr name="Data 4 · Pink">
      <a:srgbClr val="D4246B"/>
    </a:custClr>
    <a:custClr name="Data 5 · Gold">
      <a:srgbClr val="9A7B00"/>
    </a:custClr>
    <a:custClr name="Data 6 · Purple">
      <a:srgbClr val="6B46C1"/>
    </a:custClr>
  </a:custClrLst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Slides>0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ucar template</dc:title>
  <dc:creator>livery_template.py</dc:creator>
</cp:coreProperties>
</file>