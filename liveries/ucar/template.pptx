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 spc="64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2488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 spc="64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A9B8CB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769772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47012" y="274149"/>
            <a:ext cx="1048348" cy="2654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Teal">
      <a:srgbClr val="00A2B4"/>
    </a:custClr>
    <a:custClr name="Data 2 · Orange">
      <a:srgbClr val="E0681A"/>
    </a:custClr>
    <a:custClr name="Data 3 · Blue">
      <a:srgbClr val="0057C2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