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 spc="80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687629" cy="565785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 spc="80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8230">
            <a:solidFill>
              <a:srgbClr val="606367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7349573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26813" y="231458"/>
            <a:ext cx="468547" cy="38576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352" cy="14401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dark">
  <a:themeElements>
    <a:clrScheme name="nasa-dark">
      <a:dk1>
        <a:srgbClr val="FFFFFF"/>
      </a:dk1>
      <a:lt1>
        <a:srgbClr val="000000"/>
      </a:lt1>
      <a:dk2>
        <a:srgbClr val="0032A0"/>
      </a:dk2>
      <a:lt2>
        <a:srgbClr val="1C2026"/>
      </a:lt2>
      <a:accent1>
        <a:srgbClr val="8A8D8F"/>
      </a:accent1>
      <a:accent2>
        <a:srgbClr val="00B0F0"/>
      </a:accent2>
      <a:accent3>
        <a:srgbClr val="000000"/>
      </a:accent3>
      <a:accent4>
        <a:srgbClr val="E4002B"/>
      </a:accent4>
      <a:accent5>
        <a:srgbClr val="FFC72C"/>
      </a:accent5>
      <a:accent6>
        <a:srgbClr val="6E9BFF"/>
      </a:accent6>
      <a:hlink>
        <a:srgbClr val="6E9BFF"/>
      </a:hlink>
      <a:folHlink>
        <a:srgbClr val="00B0F0"/>
      </a:folHlink>
    </a:clrScheme>
    <a:fontScheme name="Public Sans">
      <a:majorFont>
        <a:latin typeface="Inter"/>
        <a:ea typeface=""/>
        <a:cs typeface=""/>
      </a:majorFont>
      <a:minorFont>
        <a:latin typeface="Public Sa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Orange">
      <a:srgbClr val="F29D49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nasa-dark template</dc:title>
  <dc:creator>livery_template.py</dc:creator>
</cp:coreProperties>
</file>