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999439" cy="822960"/>
          </a:xfrm>
          <a:prstGeom prst="rect">
            <a:avLst/>
          </a:prstGeom>
        </p:spPr>
      </p:pic>
      <p:pic>
        <p:nvPicPr>
          <p:cNvPr id="12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1671638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548640" y="1388745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0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548640" y="1671638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2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6" name="Title rule"/>
          <p:cNvCxnSpPr/>
          <p:nvPr userDrawn="1"/>
        </p:nvCxnSpPr>
        <p:spPr>
          <a:xfrm>
            <a:off x="548640" y="2623185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7" name="Subtitle"/>
          <p:cNvSpPr>
            <a:spLocks noGrp="1"/>
          </p:cNvSpPr>
          <p:nvPr>
            <p:ph type="subTitle" idx="1"/>
          </p:nvPr>
        </p:nvSpPr>
        <p:spPr>
          <a:xfrm>
            <a:off x="548640" y="2751772"/>
            <a:ext cx="4572000" cy="1671637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687629" cy="565785"/>
          </a:xfrm>
          <a:prstGeom prst="rect">
            <a:avLst/>
          </a:prstGeom>
        </p:spPr>
      </p:pic>
      <p:pic>
        <p:nvPicPr>
          <p:cNvPr id="12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548640" y="2068716"/>
            <a:ext cx="5669280" cy="61722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32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548640" y="2737371"/>
            <a:ext cx="5669280" cy="6840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54864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54864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70916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470916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8640" y="857421"/>
            <a:ext cx="3017520" cy="6686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6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840480" y="857421"/>
            <a:ext cx="475488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577511"/>
            <a:ext cx="3017520" cy="3165824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999439" cy="822960"/>
          </a:xfrm>
          <a:prstGeom prst="rect">
            <a:avLst/>
          </a:prstGeom>
        </p:spPr>
      </p:pic>
      <p:pic>
        <p:nvPicPr>
          <p:cNvPr id="12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2520315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48640" y="1440180"/>
            <a:ext cx="5669280" cy="15430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2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48640" y="3137535"/>
            <a:ext cx="5669280" cy="13887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1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999439" cy="82296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1671638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548640" y="1388745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0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548640" y="1671638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2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6" name="Title rule"/>
          <p:cNvCxnSpPr/>
          <p:nvPr userDrawn="1"/>
        </p:nvCxnSpPr>
        <p:spPr>
          <a:xfrm>
            <a:off x="548640" y="2623185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7" name="Subtitle"/>
          <p:cNvSpPr>
            <a:spLocks noGrp="1"/>
          </p:cNvSpPr>
          <p:nvPr>
            <p:ph type="subTitle" idx="1"/>
          </p:nvPr>
        </p:nvSpPr>
        <p:spPr>
          <a:xfrm>
            <a:off x="548640" y="2751772"/>
            <a:ext cx="4572000" cy="1671637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999439" cy="82296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2520315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48640" y="1440180"/>
            <a:ext cx="5669280" cy="15430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2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48640" y="3137535"/>
            <a:ext cx="5669280" cy="13887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1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rt (content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tab"/>
          <p:cNvSpPr/>
          <p:nvPr userDrawn="1"/>
        </p:nvSpPr>
        <p:spPr>
          <a:xfrm>
            <a:off x="0" y="252032"/>
            <a:ext cx="164592" cy="4906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548640" y="742721"/>
            <a:ext cx="804672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548640" y="252032"/>
            <a:ext cx="7349573" cy="49069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 lIns="0" tIns="34290" rIns="0" bIns="3429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6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6813" y="231458"/>
            <a:ext cx="468547" cy="385762"/>
          </a:xfrm>
          <a:prstGeom prst="rect">
            <a:avLst/>
          </a:prstGeom>
        </p:spPr>
      </p:pic>
      <p:pic>
        <p:nvPicPr>
          <p:cNvPr id="17" name="Sign-off (light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352" cy="1440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22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3429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342900" rtl="0" eaLnBrk="1" latinLnBrk="0" hangingPunct="1">
        <a:lnSpc>
          <a:spcPct val="100000"/>
        </a:lnSpc>
        <a:spcBef>
          <a:spcPts val="360"/>
        </a:spcBef>
        <a:buFont typeface="Wingdings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342900" rtl="0" eaLnBrk="1" latinLnBrk="0" hangingPunct="1">
        <a:lnSpc>
          <a:spcPct val="100000"/>
        </a:lnSpc>
        <a:spcBef>
          <a:spcPts val="360"/>
        </a:spcBef>
        <a:buFont typeface="Courier New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>
        <a:defRPr sz="800" kern="1200">
          <a:solidFill>
            <a:schemeClr val="tx1"/>
          </a:solidFill>
          <a:latin typeface="+mn-lt"/>
        </a:defRPr>
      </a:lvl6pPr>
      <a:lvl7pPr marL="1200150" indent="-171450" algn="l">
        <a:defRPr sz="800" kern="1200">
          <a:solidFill>
            <a:schemeClr val="tx1"/>
          </a:solidFill>
          <a:latin typeface="+mn-lt"/>
        </a:defRPr>
      </a:lvl7pPr>
      <a:lvl8pPr marL="1371600" indent="-171450" algn="l">
        <a:defRPr sz="800" kern="1200">
          <a:solidFill>
            <a:schemeClr val="tx1"/>
          </a:solidFill>
          <a:latin typeface="+mn-lt"/>
        </a:defRPr>
      </a:lvl8pPr>
      <a:lvl9pPr marL="1543050" indent="-171450" algn="l">
        <a:defRPr sz="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asa-dark">
  <a:themeElements>
    <a:clrScheme name="nasa-dark">
      <a:dk1>
        <a:srgbClr val="FFFFFF"/>
      </a:dk1>
      <a:lt1>
        <a:srgbClr val="000000"/>
      </a:lt1>
      <a:dk2>
        <a:srgbClr val="0032A0"/>
      </a:dk2>
      <a:lt2>
        <a:srgbClr val="1C2026"/>
      </a:lt2>
      <a:accent1>
        <a:srgbClr val="8A8D8F"/>
      </a:accent1>
      <a:accent2>
        <a:srgbClr val="00B0F0"/>
      </a:accent2>
      <a:accent3>
        <a:srgbClr val="000000"/>
      </a:accent3>
      <a:accent4>
        <a:srgbClr val="E4002B"/>
      </a:accent4>
      <a:accent5>
        <a:srgbClr val="FFC72C"/>
      </a:accent5>
      <a:accent6>
        <a:srgbClr val="6E9BFF"/>
      </a:accent6>
      <a:hlink>
        <a:srgbClr val="6E9BFF"/>
      </a:hlink>
      <a:folHlink>
        <a:srgbClr val="00B0F0"/>
      </a:folHlink>
    </a:clrScheme>
    <a:fontScheme name="Public Sans">
      <a:majorFont>
        <a:latin typeface="Inter"/>
        <a:ea typeface=""/>
        <a:cs typeface=""/>
      </a:majorFont>
      <a:minorFont>
        <a:latin typeface="Public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Blue">
      <a:srgbClr val="256EE4"/>
    </a:custClr>
    <a:custClr name="Data 2 · Red">
      <a:srgbClr val="EF483F"/>
    </a:custClr>
    <a:custClr name="Data 3 · Orange">
      <a:srgbClr val="F29D49"/>
    </a:custClr>
    <a:custClr name="Data 4 · Slate">
      <a:srgbClr val="487682"/>
    </a:custClr>
    <a:custClr name="Data 5 · Gold">
      <a:srgbClr val="C2B47C"/>
    </a:custClr>
    <a:custClr name="Data 6 · Blue">
      <a:srgbClr val="609AF6"/>
    </a:custClr>
    <a:custClr name="Data 7 · Red">
      <a:srgbClr val="FA8C87"/>
    </a:custClr>
    <a:custClr name="Data 8 · Slate">
      <a:srgbClr val="79A3AD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nasa-dark template</dc:title>
  <dc:creator>livery_template.py</dc:creator>
</cp:coreProperties>
</file>