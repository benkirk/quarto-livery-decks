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1485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618488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23567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1485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23567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2032"/>
            <a:ext cx="164592" cy="49069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2032"/>
            <a:ext cx="6515016" cy="490690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92256" y="274149"/>
            <a:ext cx="1303104" cy="33124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">
  <a:themeElements>
    <a:clrScheme name="n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 template</dc:title>
  <dc:creator>livery_template.py</dc:creator>
</cp:coreProperties>
</file>