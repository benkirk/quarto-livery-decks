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1703222" cy="61722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94894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Date"/>
          <p:cNvSpPr>
            <a:spLocks noGrp="1"/>
          </p:cNvSpPr>
          <p:nvPr>
            <p:ph type="dt" idx="20"/>
          </p:nvPr>
        </p:nvSpPr>
        <p:spPr>
          <a:xfrm>
            <a:off x="731520" y="257175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100" b="1" cap="all">
                <a:solidFill>
                  <a:srgbClr val="011837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9" name="Title"/>
          <p:cNvSpPr>
            <a:spLocks noGrp="1"/>
          </p:cNvSpPr>
          <p:nvPr>
            <p:ph type="ctrTitle"/>
          </p:nvPr>
        </p:nvSpPr>
        <p:spPr>
          <a:xfrm>
            <a:off x="731520" y="294894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900" b="1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20" name="Title rule"/>
          <p:cNvCxnSpPr/>
          <p:nvPr userDrawn="1"/>
        </p:nvCxnSpPr>
        <p:spPr>
          <a:xfrm>
            <a:off x="731520" y="421767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21" name="Subtitle"/>
          <p:cNvSpPr>
            <a:spLocks noGrp="1"/>
          </p:cNvSpPr>
          <p:nvPr>
            <p:ph type="subTitle" idx="1"/>
          </p:nvPr>
        </p:nvSpPr>
        <p:spPr>
          <a:xfrm>
            <a:off x="731520" y="4389120"/>
            <a:ext cx="6096000" cy="15087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  <a:lnTo>
                  <a:pt x="13760" y="9000"/>
                </a:lnTo>
                <a:cubicBezTo>
                  <a:pt x="14218" y="8249"/>
                  <a:pt x="14672" y="7476"/>
                  <a:pt x="14672" y="5781"/>
                </a:cubicBezTo>
                <a:cubicBezTo>
                  <a:pt x="14672" y="4272"/>
                  <a:pt x="12803" y="1425"/>
                  <a:pt x="1238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  <a:lnTo>
                  <a:pt x="14272" y="9000"/>
                </a:lnTo>
                <a:cubicBezTo>
                  <a:pt x="14782" y="8320"/>
                  <a:pt x="15477" y="7418"/>
                  <a:pt x="15477" y="5564"/>
                </a:cubicBezTo>
                <a:cubicBezTo>
                  <a:pt x="15477" y="3969"/>
                  <a:pt x="13379" y="1243"/>
                  <a:pt x="1284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843" y="0"/>
                </a:moveTo>
                <a:cubicBezTo>
                  <a:pt x="13379" y="1243"/>
                  <a:pt x="15477" y="3969"/>
                  <a:pt x="15477" y="5564"/>
                </a:cubicBezTo>
                <a:cubicBezTo>
                  <a:pt x="15477" y="7418"/>
                  <a:pt x="14782" y="8320"/>
                  <a:pt x="1427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548640"/>
            <a:ext cx="1514246" cy="548640"/>
          </a:xfrm>
          <a:prstGeom prst="rect">
            <a:avLst/>
          </a:prstGeom>
        </p:spPr>
      </p:pic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731520" y="2758288"/>
            <a:ext cx="7559040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4000" b="1" cap="none" baseline="0">
                <a:solidFill>
                  <a:srgbClr val="011837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49828"/>
            <a:ext cx="7559040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143229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20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143229"/>
            <a:ext cx="633984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103349"/>
            <a:ext cx="4023360" cy="422109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3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17220"/>
            <a:ext cx="1892198" cy="68580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000" b="1">
                <a:solidFill>
                  <a:srgbClr val="011837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00">
                <a:solidFill>
                  <a:srgbClr val="011837"/>
                </a:solidFill>
              </a:defRPr>
            </a:lvl1pPr>
            <a:lvl2pPr>
              <a:defRPr sz="1500">
                <a:solidFill>
                  <a:srgbClr val="011837"/>
                </a:solidFill>
              </a:defRPr>
            </a:lvl2pPr>
            <a:lvl3pPr>
              <a:defRPr sz="1300">
                <a:solidFill>
                  <a:srgbClr val="011837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1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1703222" cy="61722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94894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Date"/>
          <p:cNvSpPr>
            <a:spLocks noGrp="1"/>
          </p:cNvSpPr>
          <p:nvPr>
            <p:ph type="dt" idx="20"/>
          </p:nvPr>
        </p:nvSpPr>
        <p:spPr>
          <a:xfrm>
            <a:off x="731520" y="257175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100" b="1" cap="all">
                <a:solidFill>
                  <a:srgbClr val="00357A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7" name="Title"/>
          <p:cNvSpPr>
            <a:spLocks noGrp="1"/>
          </p:cNvSpPr>
          <p:nvPr>
            <p:ph type="ctrTitle"/>
          </p:nvPr>
        </p:nvSpPr>
        <p:spPr>
          <a:xfrm>
            <a:off x="731520" y="294894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900" b="1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8" name="Title rule"/>
          <p:cNvCxnSpPr/>
          <p:nvPr userDrawn="1"/>
        </p:nvCxnSpPr>
        <p:spPr>
          <a:xfrm>
            <a:off x="731520" y="421767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19" name="Subtitle"/>
          <p:cNvSpPr>
            <a:spLocks noGrp="1"/>
          </p:cNvSpPr>
          <p:nvPr>
            <p:ph type="subTitle" idx="1"/>
          </p:nvPr>
        </p:nvSpPr>
        <p:spPr>
          <a:xfrm>
            <a:off x="731520" y="4389120"/>
            <a:ext cx="6096000" cy="15087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17220"/>
            <a:ext cx="1892198" cy="68580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000" b="1">
                <a:solidFill>
                  <a:srgbClr val="00357A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00">
                <a:solidFill>
                  <a:srgbClr val="00357A"/>
                </a:solidFill>
              </a:defRPr>
            </a:lvl1pPr>
            <a:lvl2pPr>
              <a:defRPr sz="1500">
                <a:solidFill>
                  <a:srgbClr val="00357A"/>
                </a:solidFill>
              </a:defRPr>
            </a:lvl2pPr>
            <a:lvl3pPr>
              <a:defRPr sz="1300">
                <a:solidFill>
                  <a:srgbClr val="00357A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099" y="0"/>
                </a:moveTo>
                <a:cubicBezTo>
                  <a:pt x="12459" y="1778"/>
                  <a:pt x="14029" y="4468"/>
                  <a:pt x="14029" y="6089"/>
                </a:cubicBezTo>
                <a:cubicBezTo>
                  <a:pt x="14029" y="7867"/>
                  <a:pt x="13530" y="8713"/>
                  <a:pt x="13398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6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541" y="0"/>
                </a:moveTo>
                <a:cubicBezTo>
                  <a:pt x="12963" y="1425"/>
                  <a:pt x="14832" y="4272"/>
                  <a:pt x="14832" y="5781"/>
                </a:cubicBezTo>
                <a:cubicBezTo>
                  <a:pt x="14832" y="7476"/>
                  <a:pt x="14378" y="8249"/>
                  <a:pt x="13920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7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3003" y="0"/>
                </a:moveTo>
                <a:cubicBezTo>
                  <a:pt x="13539" y="1243"/>
                  <a:pt x="15637" y="3969"/>
                  <a:pt x="15637" y="5564"/>
                </a:cubicBezTo>
                <a:cubicBezTo>
                  <a:pt x="15637" y="7418"/>
                  <a:pt x="14942" y="8320"/>
                  <a:pt x="14432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1" name="Title tab"/>
          <p:cNvSpPr/>
          <p:nvPr userDrawn="1"/>
        </p:nvSpPr>
        <p:spPr>
          <a:xfrm>
            <a:off x="0" y="336042"/>
            <a:ext cx="219456" cy="6542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731520" y="990295"/>
            <a:ext cx="1072896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731520" y="336042"/>
            <a:ext cx="9205633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8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41953" y="365531"/>
            <a:ext cx="1218527" cy="44165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457200" rtl="0" eaLnBrk="1" latinLnBrk="0" hangingPunct="1">
        <a:spcBef>
          <a:spcPct val="0"/>
        </a:spcBef>
        <a:buNone/>
        <a:defRPr sz="27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8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480"/>
        </a:spcBef>
        <a:buFont typeface="Wingdings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480"/>
        </a:spcBef>
        <a:buFont typeface="Courier New"/>
        <a:buChar char="o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»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100" kern="1200">
          <a:solidFill>
            <a:schemeClr val="tx1"/>
          </a:solidFill>
          <a:latin typeface="+mn-lt"/>
        </a:defRPr>
      </a:lvl6pPr>
      <a:lvl7pPr marL="1600200" indent="-228600" algn="l">
        <a:defRPr sz="1100" kern="1200">
          <a:solidFill>
            <a:schemeClr val="tx1"/>
          </a:solidFill>
          <a:latin typeface="+mn-lt"/>
        </a:defRPr>
      </a:lvl7pPr>
      <a:lvl8pPr marL="1828800" indent="-228600" algn="l">
        <a:defRPr sz="1100" kern="1200">
          <a:solidFill>
            <a:schemeClr val="tx1"/>
          </a:solidFill>
          <a:latin typeface="+mn-lt"/>
        </a:defRPr>
      </a:lvl8pPr>
      <a:lvl9pPr marL="2057400" indent="-228600" algn="l">
        <a:defRPr sz="11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ucp">
  <a:themeElements>
    <a:clrScheme name="ucp">
      <a:dk1>
        <a:srgbClr val="00357A"/>
      </a:dk1>
      <a:lt1>
        <a:srgbClr val="FFFFFF"/>
      </a:lt1>
      <a:dk2>
        <a:srgbClr val="00A2B4"/>
      </a:dk2>
      <a:lt2>
        <a:srgbClr val="F1F0EE"/>
      </a:lt2>
      <a:accent1>
        <a:srgbClr val="34E1F4"/>
      </a:accent1>
      <a:accent2>
        <a:srgbClr val="00818F"/>
      </a:accent2>
      <a:accent3>
        <a:srgbClr val="011837"/>
      </a:accent3>
      <a:accent4>
        <a:srgbClr val="FFDD31"/>
      </a:accent4>
      <a:accent5>
        <a:srgbClr val="FFDD31"/>
      </a:accent5>
      <a:accent6>
        <a:srgbClr val="00818F"/>
      </a:accent6>
      <a:hlink>
        <a:srgbClr val="00A2B4"/>
      </a:hlink>
      <a:folHlink>
        <a:srgbClr val="00818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ucp template</dc:title>
  <dc:creator>livery_template.py</dc:creator>
</cp:coreProperties>
</file>