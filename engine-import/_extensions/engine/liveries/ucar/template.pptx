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38400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421767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2166518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47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847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27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709062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11837"/>
                </a:solidFill>
              </a:defRPr>
            </a:lvl1pPr>
            <a:lvl2pPr>
              <a:defRPr sz="1511">
                <a:solidFill>
                  <a:srgbClr val="011837"/>
                </a:solidFill>
              </a:defRPr>
            </a:lvl2pPr>
            <a:lvl3pPr>
              <a:defRPr sz="136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38400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421767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709062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0357A"/>
                </a:solidFill>
              </a:defRPr>
            </a:lvl1pPr>
            <a:lvl2pPr>
              <a:defRPr sz="1511">
                <a:solidFill>
                  <a:srgbClr val="00357A"/>
                </a:solidFill>
              </a:defRPr>
            </a:lvl2pPr>
            <a:lvl3pPr>
              <a:defRPr sz="136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026362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62682" y="365531"/>
            <a:ext cx="1397798" cy="35387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759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40"/>
        </a:spcBef>
        <a:buFont typeface="Arial"/>
        <a:buChar char="•"/>
        <a:defRPr sz="1679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4"/>
        </a:spcBef>
        <a:buFont typeface="Wingdings"/>
        <a:buChar char="§"/>
        <a:defRPr sz="1511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4"/>
        </a:spcBef>
        <a:buFont typeface="Courier New"/>
        <a:buChar char="o"/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–"/>
        <a:defRPr sz="1224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»"/>
        <a:defRPr sz="1102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2" kern="1200">
          <a:solidFill>
            <a:schemeClr val="tx1"/>
          </a:solidFill>
          <a:latin typeface="+mn-lt"/>
        </a:defRPr>
      </a:lvl6pPr>
      <a:lvl7pPr marL="1600200" indent="-228600" algn="l">
        <a:defRPr sz="1102" kern="1200">
          <a:solidFill>
            <a:schemeClr val="tx1"/>
          </a:solidFill>
          <a:latin typeface="+mn-lt"/>
        </a:defRPr>
      </a:lvl7pPr>
      <a:lvl8pPr marL="1828800" indent="-228600" algn="l">
        <a:defRPr sz="1102" kern="1200">
          <a:solidFill>
            <a:schemeClr val="tx1"/>
          </a:solidFill>
          <a:latin typeface="+mn-lt"/>
        </a:defRPr>
      </a:lvl8pPr>
      <a:lvl9pPr marL="2057400" indent="-228600" algn="l">
        <a:defRPr sz="1102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ar">
  <a:themeElements>
    <a:clrScheme name="ucar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ucar template</dc:title>
  <dc:creator>livery_template.py</dc:creator>
</cp:coreProperties>
</file>