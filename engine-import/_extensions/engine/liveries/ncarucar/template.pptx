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484071" cy="462915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1319479" cy="41148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5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1648663" cy="51435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484071" cy="462915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1648663" cy="51435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00357A"/>
                </a:solidFill>
              </a:defRPr>
            </a:lvl1pPr>
            <a:lvl2pPr>
              <a:defRPr sz="1100">
                <a:solidFill>
                  <a:srgbClr val="00357A"/>
                </a:solidFill>
              </a:defRPr>
            </a:lvl2pPr>
            <a:lvl3pPr>
              <a:defRPr sz="100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252032"/>
            <a:ext cx="164592" cy="4906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2032"/>
            <a:ext cx="6756160" cy="49069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33400" y="274149"/>
            <a:ext cx="1061960" cy="331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0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carucar">
  <a:themeElements>
    <a:clrScheme name="ncarucar">
      <a:dk1>
        <a:srgbClr val="00357A"/>
      </a:dk1>
      <a:lt1>
        <a:srgbClr val="FFFFFF"/>
      </a:lt1>
      <a:dk2>
        <a:srgbClr val="0057C2"/>
      </a:dk2>
      <a:lt2>
        <a:srgbClr val="F1F0EE"/>
      </a:lt2>
      <a:accent1>
        <a:srgbClr val="42C0FF"/>
      </a:accent1>
      <a:accent2>
        <a:srgbClr val="00818F"/>
      </a:accent2>
      <a:accent3>
        <a:srgbClr val="011837"/>
      </a:accent3>
      <a:accent4>
        <a:srgbClr val="FAA119"/>
      </a:accent4>
      <a:accent5>
        <a:srgbClr val="FFDD31"/>
      </a:accent5>
      <a:accent6>
        <a:srgbClr val="0057C2"/>
      </a:accent6>
      <a:hlink>
        <a:srgbClr val="0057C2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ncarucar template</dc:title>
  <dc:creator>livery_template.py</dc:creator>
</cp:coreProperties>
</file>