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411480"/>
            <a:ext cx="1703222" cy="617220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94894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Date"/>
          <p:cNvSpPr>
            <a:spLocks noGrp="1"/>
          </p:cNvSpPr>
          <p:nvPr>
            <p:ph type="dt" idx="20"/>
          </p:nvPr>
        </p:nvSpPr>
        <p:spPr>
          <a:xfrm>
            <a:off x="731520" y="2571750"/>
            <a:ext cx="60960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008" b="1" cap="all">
                <a:solidFill>
                  <a:srgbClr val="011837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9" name="Title"/>
          <p:cNvSpPr>
            <a:spLocks noGrp="1"/>
          </p:cNvSpPr>
          <p:nvPr>
            <p:ph type="ctrTitle"/>
          </p:nvPr>
        </p:nvSpPr>
        <p:spPr>
          <a:xfrm>
            <a:off x="731520" y="294894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3863" b="1">
                <a:solidFill>
                  <a:srgbClr val="011837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20" name="Title rule"/>
          <p:cNvCxnSpPr/>
          <p:nvPr userDrawn="1"/>
        </p:nvCxnSpPr>
        <p:spPr>
          <a:xfrm>
            <a:off x="731520" y="4217670"/>
            <a:ext cx="1584960" cy="0"/>
          </a:xfrm>
          <a:prstGeom prst="line">
            <a:avLst/>
          </a:prstGeom>
          <a:ln w="22631">
            <a:solidFill>
              <a:schemeClr val="accent1"/>
            </a:solidFill>
          </a:ln>
        </p:spPr>
      </p:cxnSp>
      <p:sp>
        <p:nvSpPr>
          <p:cNvPr id="21" name="Subtitle"/>
          <p:cNvSpPr>
            <a:spLocks noGrp="1"/>
          </p:cNvSpPr>
          <p:nvPr>
            <p:ph type="subTitle" idx="1"/>
          </p:nvPr>
        </p:nvSpPr>
        <p:spPr>
          <a:xfrm>
            <a:off x="731520" y="4389120"/>
            <a:ext cx="6096000" cy="15087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679" b="0">
                <a:solidFill>
                  <a:srgbClr val="011837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11837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  <a:lnTo>
                  <a:pt x="13760" y="9000"/>
                </a:lnTo>
                <a:cubicBezTo>
                  <a:pt x="14218" y="8249"/>
                  <a:pt x="14672" y="7476"/>
                  <a:pt x="14672" y="5781"/>
                </a:cubicBezTo>
                <a:cubicBezTo>
                  <a:pt x="14672" y="4272"/>
                  <a:pt x="12803" y="1425"/>
                  <a:pt x="1238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  <a:lnTo>
                  <a:pt x="14272" y="9000"/>
                </a:lnTo>
                <a:cubicBezTo>
                  <a:pt x="14782" y="8320"/>
                  <a:pt x="15477" y="7418"/>
                  <a:pt x="15477" y="5564"/>
                </a:cubicBezTo>
                <a:cubicBezTo>
                  <a:pt x="15477" y="3969"/>
                  <a:pt x="13379" y="1243"/>
                  <a:pt x="1284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843" y="0"/>
                </a:moveTo>
                <a:cubicBezTo>
                  <a:pt x="13379" y="1243"/>
                  <a:pt x="15477" y="3969"/>
                  <a:pt x="15477" y="5564"/>
                </a:cubicBezTo>
                <a:cubicBezTo>
                  <a:pt x="15477" y="7418"/>
                  <a:pt x="14782" y="8320"/>
                  <a:pt x="1427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548640"/>
            <a:ext cx="1514246" cy="548640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31520" y="2758288"/>
            <a:ext cx="7559040" cy="82296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90000"/>
              </a:lnSpc>
              <a:defRPr sz="4366" b="1" cap="none" baseline="0">
                <a:solidFill>
                  <a:srgbClr val="011837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49828"/>
            <a:ext cx="7559040" cy="91211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847" b="0">
                <a:solidFill>
                  <a:srgbClr val="011837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11837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847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73152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27888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847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627888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31520" y="1143229"/>
            <a:ext cx="4023360" cy="8915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1847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5120640" y="1143229"/>
            <a:ext cx="633984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" y="2103349"/>
            <a:ext cx="4023360" cy="422109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427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617220"/>
            <a:ext cx="1892198" cy="685800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3154680"/>
            <a:ext cx="219456" cy="514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731520" y="1508760"/>
            <a:ext cx="7559040" cy="22631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4366" b="1">
                <a:solidFill>
                  <a:srgbClr val="011837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731520" y="3977640"/>
            <a:ext cx="7559040" cy="205740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679">
                <a:solidFill>
                  <a:srgbClr val="011837"/>
                </a:solidFill>
              </a:defRPr>
            </a:lvl1pPr>
            <a:lvl2pPr>
              <a:defRPr sz="1511">
                <a:solidFill>
                  <a:srgbClr val="011837"/>
                </a:solidFill>
              </a:defRPr>
            </a:lvl2pPr>
            <a:lvl3pPr>
              <a:defRPr sz="1360">
                <a:solidFill>
                  <a:srgbClr val="011837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11837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1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4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411480"/>
            <a:ext cx="1703222" cy="617220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294894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Date"/>
          <p:cNvSpPr>
            <a:spLocks noGrp="1"/>
          </p:cNvSpPr>
          <p:nvPr>
            <p:ph type="dt" idx="20"/>
          </p:nvPr>
        </p:nvSpPr>
        <p:spPr>
          <a:xfrm>
            <a:off x="731520" y="2571750"/>
            <a:ext cx="60960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008" b="1" cap="all">
                <a:solidFill>
                  <a:srgbClr val="00357A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7" name="Title"/>
          <p:cNvSpPr>
            <a:spLocks noGrp="1"/>
          </p:cNvSpPr>
          <p:nvPr>
            <p:ph type="ctrTitle"/>
          </p:nvPr>
        </p:nvSpPr>
        <p:spPr>
          <a:xfrm>
            <a:off x="731520" y="294894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3863" b="1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8" name="Title rule"/>
          <p:cNvCxnSpPr/>
          <p:nvPr userDrawn="1"/>
        </p:nvCxnSpPr>
        <p:spPr>
          <a:xfrm>
            <a:off x="731520" y="4217670"/>
            <a:ext cx="1584960" cy="0"/>
          </a:xfrm>
          <a:prstGeom prst="line">
            <a:avLst/>
          </a:prstGeom>
          <a:ln w="22631">
            <a:solidFill>
              <a:schemeClr val="accent1"/>
            </a:solidFill>
          </a:ln>
        </p:spPr>
      </p:cxnSp>
      <p:sp>
        <p:nvSpPr>
          <p:cNvPr id="19" name="Subtitle"/>
          <p:cNvSpPr>
            <a:spLocks noGrp="1"/>
          </p:cNvSpPr>
          <p:nvPr>
            <p:ph type="subTitle" idx="1"/>
          </p:nvPr>
        </p:nvSpPr>
        <p:spPr>
          <a:xfrm>
            <a:off x="731520" y="4389120"/>
            <a:ext cx="6096000" cy="15087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679" b="0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4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617220"/>
            <a:ext cx="1892198" cy="685800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3154680"/>
            <a:ext cx="219456" cy="514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31520" y="1508760"/>
            <a:ext cx="7559040" cy="22631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4366" b="1">
                <a:solidFill>
                  <a:srgbClr val="00357A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731520" y="3977640"/>
            <a:ext cx="7559040" cy="205740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679">
                <a:solidFill>
                  <a:srgbClr val="00357A"/>
                </a:solidFill>
              </a:defRPr>
            </a:lvl1pPr>
            <a:lvl2pPr>
              <a:defRPr sz="1511">
                <a:solidFill>
                  <a:srgbClr val="00357A"/>
                </a:solidFill>
              </a:defRPr>
            </a:lvl2pPr>
            <a:lvl3pPr>
              <a:defRPr sz="1360">
                <a:solidFill>
                  <a:srgbClr val="00357A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099" y="0"/>
                </a:moveTo>
                <a:cubicBezTo>
                  <a:pt x="12459" y="1778"/>
                  <a:pt x="14029" y="4468"/>
                  <a:pt x="14029" y="6089"/>
                </a:cubicBezTo>
                <a:cubicBezTo>
                  <a:pt x="14029" y="7867"/>
                  <a:pt x="13530" y="8713"/>
                  <a:pt x="13398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6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541" y="0"/>
                </a:moveTo>
                <a:cubicBezTo>
                  <a:pt x="12963" y="1425"/>
                  <a:pt x="14832" y="4272"/>
                  <a:pt x="14832" y="5781"/>
                </a:cubicBezTo>
                <a:cubicBezTo>
                  <a:pt x="14832" y="7476"/>
                  <a:pt x="14378" y="8249"/>
                  <a:pt x="13920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7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3003" y="0"/>
                </a:moveTo>
                <a:cubicBezTo>
                  <a:pt x="13539" y="1243"/>
                  <a:pt x="15637" y="3969"/>
                  <a:pt x="15637" y="5564"/>
                </a:cubicBezTo>
                <a:cubicBezTo>
                  <a:pt x="15637" y="7418"/>
                  <a:pt x="14942" y="8320"/>
                  <a:pt x="14432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1" name="Title tab"/>
          <p:cNvSpPr/>
          <p:nvPr userDrawn="1"/>
        </p:nvSpPr>
        <p:spPr>
          <a:xfrm>
            <a:off x="0" y="336042"/>
            <a:ext cx="219456" cy="6542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cxnSp>
        <p:nvCxnSpPr>
          <p:cNvPr id="12" name="Title rule"/>
          <p:cNvCxnSpPr/>
          <p:nvPr userDrawn="1"/>
        </p:nvCxnSpPr>
        <p:spPr>
          <a:xfrm>
            <a:off x="731520" y="990295"/>
            <a:ext cx="10728960" cy="0"/>
          </a:xfrm>
          <a:prstGeom prst="line">
            <a:avLst/>
          </a:prstGeom>
          <a:ln w="9525">
            <a:solidFill>
              <a:schemeClr val="tx1">
                <a:alpha val="30000"/>
              </a:schemeClr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731520" y="336042"/>
            <a:ext cx="9205633" cy="654253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8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1953" y="365531"/>
            <a:ext cx="1218527" cy="4416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2759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100000"/>
        </a:lnSpc>
        <a:spcBef>
          <a:spcPts val="840"/>
        </a:spcBef>
        <a:buFont typeface="Arial"/>
        <a:buChar char="•"/>
        <a:defRPr sz="1679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457200" rtl="0" eaLnBrk="1" latinLnBrk="0" hangingPunct="1">
        <a:lnSpc>
          <a:spcPct val="100000"/>
        </a:lnSpc>
        <a:spcBef>
          <a:spcPts val="504"/>
        </a:spcBef>
        <a:buFont typeface="Wingdings"/>
        <a:buChar char="§"/>
        <a:defRPr sz="1511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lnSpc>
          <a:spcPct val="100000"/>
        </a:lnSpc>
        <a:spcBef>
          <a:spcPts val="504"/>
        </a:spcBef>
        <a:buFont typeface="Courier New"/>
        <a:buChar char="o"/>
        <a:defRPr sz="136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457200" rtl="0" eaLnBrk="1" latinLnBrk="0" hangingPunct="1">
        <a:lnSpc>
          <a:spcPct val="100000"/>
        </a:lnSpc>
        <a:spcBef>
          <a:spcPts val="504"/>
        </a:spcBef>
        <a:buFont typeface="Arial"/>
        <a:buChar char="–"/>
        <a:defRPr sz="1224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lnSpc>
          <a:spcPct val="100000"/>
        </a:lnSpc>
        <a:spcBef>
          <a:spcPts val="504"/>
        </a:spcBef>
        <a:buFont typeface="Arial"/>
        <a:buChar char="»"/>
        <a:defRPr sz="1102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>
        <a:defRPr sz="1102" kern="1200">
          <a:solidFill>
            <a:schemeClr val="tx1"/>
          </a:solidFill>
          <a:latin typeface="+mn-lt"/>
        </a:defRPr>
      </a:lvl6pPr>
      <a:lvl7pPr marL="1600200" indent="-228600" algn="l">
        <a:defRPr sz="1102" kern="1200">
          <a:solidFill>
            <a:schemeClr val="tx1"/>
          </a:solidFill>
          <a:latin typeface="+mn-lt"/>
        </a:defRPr>
      </a:lvl7pPr>
      <a:lvl8pPr marL="1828800" indent="-228600" algn="l">
        <a:defRPr sz="1102" kern="1200">
          <a:solidFill>
            <a:schemeClr val="tx1"/>
          </a:solidFill>
          <a:latin typeface="+mn-lt"/>
        </a:defRPr>
      </a:lvl8pPr>
      <a:lvl9pPr marL="2057400" indent="-228600" algn="l">
        <a:defRPr sz="1102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57200">
        <a:defRPr sz="1427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427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427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427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427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427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427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427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42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ucp">
  <a:themeElements>
    <a:clrScheme name="ucp">
      <a:dk1>
        <a:srgbClr val="00357A"/>
      </a:dk1>
      <a:lt1>
        <a:srgbClr val="FFFFFF"/>
      </a:lt1>
      <a:dk2>
        <a:srgbClr val="00A2B4"/>
      </a:dk2>
      <a:lt2>
        <a:srgbClr val="F1F0EE"/>
      </a:lt2>
      <a:accent1>
        <a:srgbClr val="34E1F4"/>
      </a:accent1>
      <a:accent2>
        <a:srgbClr val="00818F"/>
      </a:accent2>
      <a:accent3>
        <a:srgbClr val="011837"/>
      </a:accent3>
      <a:accent4>
        <a:srgbClr val="FFDD31"/>
      </a:accent4>
      <a:accent5>
        <a:srgbClr val="FFDD31"/>
      </a:accent5>
      <a:accent6>
        <a:srgbClr val="00818F"/>
      </a:accent6>
      <a:hlink>
        <a:srgbClr val="00A2B4"/>
      </a:hlink>
      <a:folHlink>
        <a:srgbClr val="00818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ucp template</dc:title>
  <dc:creator>livery_template.py</dc:creator>
</cp:coreProperties>
</file>