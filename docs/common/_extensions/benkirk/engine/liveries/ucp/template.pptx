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322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51424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89219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11837"/>
                </a:solidFill>
              </a:defRPr>
            </a:lvl1pPr>
            <a:lvl2pPr>
              <a:defRPr sz="1800">
                <a:solidFill>
                  <a:srgbClr val="011837"/>
                </a:solidFill>
              </a:defRPr>
            </a:lvl2pPr>
            <a:lvl3pPr>
              <a:defRPr sz="16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322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89219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357A"/>
                </a:solidFill>
              </a:defRPr>
            </a:lvl1pPr>
            <a:lvl2pPr>
              <a:defRPr sz="1800">
                <a:solidFill>
                  <a:srgbClr val="00357A"/>
                </a:solidFill>
              </a:defRPr>
            </a:lvl2pPr>
            <a:lvl3pPr>
              <a:defRPr sz="16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20563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953" y="365531"/>
            <a:ext cx="121852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