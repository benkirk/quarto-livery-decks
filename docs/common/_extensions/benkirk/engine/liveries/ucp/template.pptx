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277417" cy="462915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>
                <a:solidFill>
                  <a:srgbClr val="011837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1135685" cy="41148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548640" y="2068716"/>
            <a:ext cx="5669280" cy="61722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 cap="none" baseline="0">
                <a:solidFill>
                  <a:srgbClr val="011837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548640" y="2737371"/>
            <a:ext cx="5669280" cy="684086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54864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470916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54864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470916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470916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48640" y="857421"/>
            <a:ext cx="3017520" cy="6686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5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3840480" y="857421"/>
            <a:ext cx="475488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8640" y="1577511"/>
            <a:ext cx="3017520" cy="3165824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1419149" cy="51435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011837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011837"/>
                </a:solidFill>
              </a:defRPr>
            </a:lvl1pPr>
            <a:lvl2pPr>
              <a:defRPr sz="1100">
                <a:solidFill>
                  <a:srgbClr val="011837"/>
                </a:solidFill>
              </a:defRPr>
            </a:lvl2pPr>
            <a:lvl3pPr>
              <a:defRPr sz="1000">
                <a:solidFill>
                  <a:srgbClr val="011837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1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277417" cy="462915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>
                <a:solidFill>
                  <a:srgbClr val="00357A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7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8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19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1419149" cy="51435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00357A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00357A"/>
                </a:solidFill>
              </a:defRPr>
            </a:lvl1pPr>
            <a:lvl2pPr>
              <a:defRPr sz="1100">
                <a:solidFill>
                  <a:srgbClr val="00357A"/>
                </a:solidFill>
              </a:defRPr>
            </a:lvl2pPr>
            <a:lvl3pPr>
              <a:defRPr sz="1000">
                <a:solidFill>
                  <a:srgbClr val="00357A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252032"/>
            <a:ext cx="164592" cy="49069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548640" y="742721"/>
            <a:ext cx="804672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548640" y="252032"/>
            <a:ext cx="6904225" cy="490690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 lIns="0" tIns="34290" rIns="0" bIns="3429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681465" y="274149"/>
            <a:ext cx="913895" cy="33124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342900" rtl="0" eaLnBrk="1" latinLnBrk="0" hangingPunct="1">
        <a:spcBef>
          <a:spcPct val="0"/>
        </a:spcBef>
        <a:buNone/>
        <a:defRPr sz="20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342900" rtl="0" eaLnBrk="1" latinLnBrk="0" hangingPunct="1">
        <a:lnSpc>
          <a:spcPct val="100000"/>
        </a:lnSpc>
        <a:spcBef>
          <a:spcPts val="600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71450" algn="l" defTabSz="342900" rtl="0" eaLnBrk="1" latinLnBrk="0" hangingPunct="1">
        <a:lnSpc>
          <a:spcPct val="100000"/>
        </a:lnSpc>
        <a:spcBef>
          <a:spcPts val="360"/>
        </a:spcBef>
        <a:buFont typeface="Wingdings"/>
        <a:buChar char="§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indent="-171450" algn="l" defTabSz="342900" rtl="0" eaLnBrk="1" latinLnBrk="0" hangingPunct="1">
        <a:lnSpc>
          <a:spcPct val="100000"/>
        </a:lnSpc>
        <a:spcBef>
          <a:spcPts val="360"/>
        </a:spcBef>
        <a:buFont typeface="Courier New"/>
        <a:buChar char="o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–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5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»"/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700" indent="-171450" algn="l">
        <a:defRPr sz="800" kern="1200">
          <a:solidFill>
            <a:schemeClr val="tx1"/>
          </a:solidFill>
          <a:latin typeface="+mn-lt"/>
        </a:defRPr>
      </a:lvl6pPr>
      <a:lvl7pPr marL="1200150" indent="-171450" algn="l">
        <a:defRPr sz="800" kern="1200">
          <a:solidFill>
            <a:schemeClr val="tx1"/>
          </a:solidFill>
          <a:latin typeface="+mn-lt"/>
        </a:defRPr>
      </a:lvl7pPr>
      <a:lvl8pPr marL="1371600" indent="-171450" algn="l">
        <a:defRPr sz="800" kern="1200">
          <a:solidFill>
            <a:schemeClr val="tx1"/>
          </a:solidFill>
          <a:latin typeface="+mn-lt"/>
        </a:defRPr>
      </a:lvl8pPr>
      <a:lvl9pPr marL="1543050" indent="-171450" algn="l">
        <a:defRPr sz="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ucp">
  <a:themeElements>
    <a:clrScheme name="ucp">
      <a:dk1>
        <a:srgbClr val="00357A"/>
      </a:dk1>
      <a:lt1>
        <a:srgbClr val="FFFFFF"/>
      </a:lt1>
      <a:dk2>
        <a:srgbClr val="00A2B4"/>
      </a:dk2>
      <a:lt2>
        <a:srgbClr val="F1F0EE"/>
      </a:lt2>
      <a:accent1>
        <a:srgbClr val="34E1F4"/>
      </a:accent1>
      <a:accent2>
        <a:srgbClr val="00818F"/>
      </a:accent2>
      <a:accent3>
        <a:srgbClr val="011837"/>
      </a:accent3>
      <a:accent4>
        <a:srgbClr val="FFDD31"/>
      </a:accent4>
      <a:accent5>
        <a:srgbClr val="FFDD31"/>
      </a:accent5>
      <a:accent6>
        <a:srgbClr val="00818F"/>
      </a:accent6>
      <a:hlink>
        <a:srgbClr val="00A2B4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ucp template</dc:title>
  <dc:creator>livery_template.py</dc:creator>
</cp:coreProperties>
</file>