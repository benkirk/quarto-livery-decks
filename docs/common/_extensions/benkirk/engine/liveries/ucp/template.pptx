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Default Extension="png" ContentType="image/png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theme/theme1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/>
  <p:sldSz cx="12192000" cy="6858000"/>
  <p:notesSz cx="6858000" cy="9144000"/>
  <p:defaultTextStyle>
    <a:defPPr>
      <a:defRPr lang="en-US"/>
    </a:def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gridSpacing cx="76200" cy="76200"/>
</p:viewPr>
</file>

<file path=ppt/_rels/presentation.xml.rels><?xml version="1.0" encoding="UTF-8" standalone="yes"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theme" Target="theme/theme1.xml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ableStyles" Target="tableStyles.xml"/></Relationships>
</file>

<file path=ppt/slideLayouts/_rels/slideLayout1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9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0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 showMasterSp="0">
  <p:cSld name="Title Slide">
    <p:bg>
      <p:bgPr>
        <a:solidFill>
          <a:schemeClr val="tx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Wave band 1"/>
          <p:cNvSpPr/>
          <p:nvPr userDrawn="1"/>
        </p:nvSpPr>
        <p:spPr>
          <a:xfrm>
            <a:off x="0" y="0"/>
            <a:ext cx="12192000" cy="6858000"/>
          </a:xfrm>
          <a:custGeom>
            <a:avLst/>
            <a:gdLst/>
            <a:ahLst/>
            <a:cxnLst/>
            <a:rect l="0" t="0" r="r" b="b"/>
            <a:pathLst>
              <a:path w="16000" h="9000" stroke="0">
                <a:moveTo>
                  <a:pt x="10979" y="0"/>
                </a:moveTo>
                <a:cubicBezTo>
                  <a:pt x="11339" y="1778"/>
                  <a:pt x="12909" y="4468"/>
                  <a:pt x="12909" y="6089"/>
                </a:cubicBezTo>
                <a:cubicBezTo>
                  <a:pt x="12909" y="7867"/>
                  <a:pt x="12410" y="8713"/>
                  <a:pt x="12278" y="9000"/>
                </a:cubicBezTo>
                <a:lnTo>
                  <a:pt x="12800" y="9000"/>
                </a:lnTo>
                <a:cubicBezTo>
                  <a:pt x="13258" y="8249"/>
                  <a:pt x="13712" y="7476"/>
                  <a:pt x="13712" y="5781"/>
                </a:cubicBezTo>
                <a:cubicBezTo>
                  <a:pt x="13712" y="4272"/>
                  <a:pt x="11843" y="1425"/>
                  <a:pt x="11421" y="0"/>
                </a:cubicBezTo>
                <a:close/>
              </a:path>
            </a:pathLst>
          </a:custGeom>
          <a:solidFill>
            <a:schemeClr val="accent1">
              <a:alpha val="18000"/>
            </a:schemeClr>
          </a:solidFill>
          <a:ln>
            <a:noFill/>
          </a:ln>
        </p:spPr>
      </p:sp>
      <p:sp>
        <p:nvSpPr>
          <p:cNvPr id="12" name="Wave band 2"/>
          <p:cNvSpPr/>
          <p:nvPr userDrawn="1"/>
        </p:nvSpPr>
        <p:spPr>
          <a:xfrm>
            <a:off x="0" y="0"/>
            <a:ext cx="12192000" cy="6858000"/>
          </a:xfrm>
          <a:custGeom>
            <a:avLst/>
            <a:gdLst/>
            <a:ahLst/>
            <a:cxnLst/>
            <a:rect l="0" t="0" r="r" b="b"/>
            <a:pathLst>
              <a:path w="16000" h="9000" stroke="0">
                <a:moveTo>
                  <a:pt x="11421" y="0"/>
                </a:moveTo>
                <a:cubicBezTo>
                  <a:pt x="11843" y="1425"/>
                  <a:pt x="13712" y="4272"/>
                  <a:pt x="13712" y="5781"/>
                </a:cubicBezTo>
                <a:cubicBezTo>
                  <a:pt x="13712" y="7476"/>
                  <a:pt x="13258" y="8249"/>
                  <a:pt x="12800" y="9000"/>
                </a:cubicBezTo>
                <a:lnTo>
                  <a:pt x="13312" y="9000"/>
                </a:lnTo>
                <a:cubicBezTo>
                  <a:pt x="13822" y="8320"/>
                  <a:pt x="14517" y="7418"/>
                  <a:pt x="14517" y="5564"/>
                </a:cubicBezTo>
                <a:cubicBezTo>
                  <a:pt x="14517" y="3969"/>
                  <a:pt x="12419" y="1243"/>
                  <a:pt x="11883" y="0"/>
                </a:cubicBezTo>
                <a:close/>
              </a:path>
            </a:pathLst>
          </a:custGeom>
          <a:solidFill>
            <a:schemeClr val="accent1">
              <a:alpha val="10000"/>
            </a:schemeClr>
          </a:solidFill>
          <a:ln>
            <a:noFill/>
          </a:ln>
        </p:spPr>
      </p:sp>
      <p:sp>
        <p:nvSpPr>
          <p:cNvPr id="13" name="Wave line 1"/>
          <p:cNvSpPr/>
          <p:nvPr userDrawn="1"/>
        </p:nvSpPr>
        <p:spPr>
          <a:xfrm>
            <a:off x="0" y="0"/>
            <a:ext cx="12192000" cy="6858000"/>
          </a:xfrm>
          <a:custGeom>
            <a:avLst/>
            <a:gdLst/>
            <a:ahLst/>
            <a:cxnLst/>
            <a:rect l="0" t="0" r="r" b="b"/>
            <a:pathLst>
              <a:path w="16000" h="9000" fill="none">
                <a:moveTo>
                  <a:pt x="10979" y="0"/>
                </a:moveTo>
                <a:cubicBezTo>
                  <a:pt x="11339" y="1778"/>
                  <a:pt x="12909" y="4468"/>
                  <a:pt x="12909" y="6089"/>
                </a:cubicBezTo>
                <a:cubicBezTo>
                  <a:pt x="12909" y="7867"/>
                  <a:pt x="12410" y="8713"/>
                  <a:pt x="12278" y="9000"/>
                </a:cubicBezTo>
              </a:path>
            </a:pathLst>
          </a:custGeom>
          <a:noFill/>
          <a:ln w="18288">
            <a:solidFill>
              <a:schemeClr val="accent1"/>
            </a:solidFill>
          </a:ln>
        </p:spPr>
      </p:sp>
      <p:sp>
        <p:nvSpPr>
          <p:cNvPr id="14" name="Wave line 2"/>
          <p:cNvSpPr/>
          <p:nvPr userDrawn="1"/>
        </p:nvSpPr>
        <p:spPr>
          <a:xfrm>
            <a:off x="0" y="0"/>
            <a:ext cx="12192000" cy="6858000"/>
          </a:xfrm>
          <a:custGeom>
            <a:avLst/>
            <a:gdLst/>
            <a:ahLst/>
            <a:cxnLst/>
            <a:rect l="0" t="0" r="r" b="b"/>
            <a:pathLst>
              <a:path w="16000" h="9000" fill="none">
                <a:moveTo>
                  <a:pt x="11421" y="0"/>
                </a:moveTo>
                <a:cubicBezTo>
                  <a:pt x="11843" y="1425"/>
                  <a:pt x="13712" y="4272"/>
                  <a:pt x="13712" y="5781"/>
                </a:cubicBezTo>
                <a:cubicBezTo>
                  <a:pt x="13712" y="7476"/>
                  <a:pt x="13258" y="8249"/>
                  <a:pt x="12800" y="9000"/>
                </a:cubicBezTo>
              </a:path>
            </a:pathLst>
          </a:custGeom>
          <a:noFill/>
          <a:ln w="18288">
            <a:solidFill>
              <a:schemeClr val="accent1"/>
            </a:solidFill>
          </a:ln>
        </p:spPr>
      </p:sp>
      <p:sp>
        <p:nvSpPr>
          <p:cNvPr id="15" name="Wave line 3"/>
          <p:cNvSpPr/>
          <p:nvPr userDrawn="1"/>
        </p:nvSpPr>
        <p:spPr>
          <a:xfrm>
            <a:off x="0" y="0"/>
            <a:ext cx="12192000" cy="6858000"/>
          </a:xfrm>
          <a:custGeom>
            <a:avLst/>
            <a:gdLst/>
            <a:ahLst/>
            <a:cxnLst/>
            <a:rect l="0" t="0" r="r" b="b"/>
            <a:pathLst>
              <a:path w="16000" h="9000" fill="none">
                <a:moveTo>
                  <a:pt x="11883" y="0"/>
                </a:moveTo>
                <a:cubicBezTo>
                  <a:pt x="12419" y="1243"/>
                  <a:pt x="14517" y="3969"/>
                  <a:pt x="14517" y="5564"/>
                </a:cubicBezTo>
                <a:cubicBezTo>
                  <a:pt x="14517" y="7418"/>
                  <a:pt x="13822" y="8320"/>
                  <a:pt x="13312" y="9000"/>
                </a:cubicBezTo>
              </a:path>
            </a:pathLst>
          </a:custGeom>
          <a:noFill/>
          <a:ln w="18288">
            <a:solidFill>
              <a:schemeClr val="accent1"/>
            </a:solidFill>
          </a:ln>
        </p:spPr>
      </p:sp>
      <p:pic>
        <p:nvPicPr>
          <p:cNvPr id="16" name="Logo (primary)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731520" y="411480"/>
            <a:ext cx="1703222" cy="617220"/>
          </a:xfrm>
          <a:prstGeom prst="rect">
            <a:avLst/>
          </a:prstGeom>
        </p:spPr>
      </p:pic>
      <p:sp>
        <p:nvSpPr>
          <p:cNvPr id="17" name="Title tab"/>
          <p:cNvSpPr/>
          <p:nvPr userDrawn="1"/>
        </p:nvSpPr>
        <p:spPr>
          <a:xfrm>
            <a:off x="0" y="1748790"/>
            <a:ext cx="219456" cy="109728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</p:sp>
      <p:sp>
        <p:nvSpPr>
          <p:cNvPr id="18" name="Date"/>
          <p:cNvSpPr>
            <a:spLocks noGrp="1"/>
          </p:cNvSpPr>
          <p:nvPr>
            <p:ph type="dt" idx="20"/>
          </p:nvPr>
        </p:nvSpPr>
        <p:spPr>
          <a:xfrm>
            <a:off x="731520" y="1371600"/>
            <a:ext cx="6096000" cy="308610"/>
          </a:xfrm>
          <a:prstGeom prst="rect">
            <a:avLst/>
          </a:prstGeom>
        </p:spPr>
        <p:txBody>
          <a:bodyPr vert="horz" lIns="0" tIns="0" rIns="0" bIns="0" anchor="t">
            <a:normAutofit/>
          </a:bodyPr>
          <a:lstStyle>
            <a:lvl1pPr algn="l" marL="0" indent="0">
              <a:spcBef>
                <a:spcPts val="0"/>
              </a:spcBef>
              <a:buNone/>
              <a:defRPr sz="1008" b="1" cap="all">
                <a:solidFill>
                  <a:srgbClr val="011837"/>
                </a:solidFill>
                <a:latin typeface="+mn-lt"/>
              </a:defRPr>
            </a:lvl1pPr>
          </a:lstStyle>
          <a:p>
            <a:fld id="{B6F15528-21DE-4FAA-801E-634DDDAF4B2B}" type="datetime1">
              <a:rPr lang="en-US"/>
              <a:t>Date</a:t>
            </a:fld>
          </a:p>
        </p:txBody>
      </p:sp>
      <p:sp>
        <p:nvSpPr>
          <p:cNvPr id="19" name="Title"/>
          <p:cNvSpPr>
            <a:spLocks noGrp="1"/>
          </p:cNvSpPr>
          <p:nvPr>
            <p:ph type="ctrTitle"/>
          </p:nvPr>
        </p:nvSpPr>
        <p:spPr>
          <a:xfrm>
            <a:off x="731520" y="1748790"/>
            <a:ext cx="6096000" cy="1097280"/>
          </a:xfrm>
          <a:prstGeom prst="rect">
            <a:avLst/>
          </a:prstGeom>
        </p:spPr>
        <p:txBody>
          <a:bodyPr vert="horz" lIns="0" tIns="0" rIns="0" bIns="0" anchor="t">
            <a:normAutofit/>
          </a:bodyPr>
          <a:lstStyle>
            <a:lvl1pPr algn="l" marL="0" indent="0">
              <a:spcBef>
                <a:spcPts val="0"/>
              </a:spcBef>
              <a:buNone/>
              <a:defRPr sz="3863" b="1">
                <a:solidFill>
                  <a:srgbClr val="011837"/>
                </a:solidFill>
                <a:latin typeface="+mn-lt"/>
              </a:defRPr>
            </a:lvl1pPr>
          </a:lstStyle>
          <a:p>
            <a:r>
              <a:rPr lang="en-US"/>
              <a:t>Title</a:t>
            </a:r>
          </a:p>
        </p:txBody>
      </p:sp>
      <p:cxnSp>
        <p:nvCxnSpPr>
          <p:cNvPr id="20" name="Title rule"/>
          <p:cNvCxnSpPr/>
          <p:nvPr userDrawn="1"/>
        </p:nvCxnSpPr>
        <p:spPr>
          <a:xfrm>
            <a:off x="731520" y="3017520"/>
            <a:ext cx="1584960" cy="0"/>
          </a:xfrm>
          <a:prstGeom prst="line">
            <a:avLst/>
          </a:prstGeom>
          <a:ln w="22631">
            <a:solidFill>
              <a:schemeClr val="accent1"/>
            </a:solidFill>
          </a:ln>
        </p:spPr>
      </p:cxnSp>
      <p:sp>
        <p:nvSpPr>
          <p:cNvPr id="21" name="Subtitle"/>
          <p:cNvSpPr>
            <a:spLocks noGrp="1"/>
          </p:cNvSpPr>
          <p:nvPr>
            <p:ph type="subTitle" idx="1"/>
          </p:nvPr>
        </p:nvSpPr>
        <p:spPr>
          <a:xfrm>
            <a:off x="731520" y="3188970"/>
            <a:ext cx="6096000" cy="2708910"/>
          </a:xfrm>
          <a:prstGeom prst="rect">
            <a:avLst/>
          </a:prstGeom>
        </p:spPr>
        <p:txBody>
          <a:bodyPr vert="horz" lIns="0" tIns="0" rIns="0" bIns="0" anchor="t">
            <a:normAutofit/>
          </a:bodyPr>
          <a:lstStyle>
            <a:lvl1pPr algn="l" marL="0" indent="0">
              <a:spcBef>
                <a:spcPts val="0"/>
              </a:spcBef>
              <a:buNone/>
              <a:defRPr sz="1679" b="0">
                <a:solidFill>
                  <a:srgbClr val="011837"/>
                </a:solidFill>
                <a:latin typeface="+mn-lt"/>
              </a:defRPr>
            </a:lvl1pPr>
          </a:lstStyle>
          <a:p>
            <a:r>
              <a:rPr lang="en-US"/>
              <a:t>Subtitle</a:t>
            </a:r>
          </a:p>
        </p:txBody>
      </p:sp>
      <p:sp>
        <p:nvSpPr>
          <p:cNvPr id="22" name="Slide Number Placeholder"/>
          <p:cNvSpPr>
            <a:spLocks noGrp="1"/>
          </p:cNvSpPr>
          <p:nvPr>
            <p:ph type="sldNum" sz="quarter" idx="22"/>
          </p:nvPr>
        </p:nvSpPr>
        <p:spPr>
          <a:xfrm>
            <a:off x="12192" y="6480810"/>
            <a:ext cx="475488" cy="363474"/>
          </a:xfrm>
        </p:spPr>
        <p:txBody>
          <a:bodyPr anchor="ctr"/>
          <a:lstStyle>
            <a:lvl1pPr algn="ctr">
              <a:defRPr sz="1200" b="1">
                <a:solidFill>
                  <a:srgbClr val="011837"/>
                </a:solidFill>
              </a:defRPr>
            </a:lvl1pPr>
          </a:lstStyle>
          <a:p>
            <a:fld id="{C5EF2332-01BF-834F-8236-50238282D533}" type="slidenum">
              <a:rPr lang="en-US"/>
              <a:t>‹#›</a:t>
            </a:fld>
          </a:p>
        </p:txBody>
      </p:sp>
      <p:sp>
        <p:nvSpPr>
          <p:cNvPr id="24" name="Footer Placeholder"/>
          <p:cNvSpPr>
            <a:spLocks noGrp="1"/>
          </p:cNvSpPr>
          <p:nvPr>
            <p:ph type="ftr" sz="quarter" idx="21"/>
          </p:nvPr>
        </p:nvSpPr>
        <p:spPr>
          <a:xfrm>
            <a:off x="560832" y="6556248"/>
            <a:ext cx="4145280" cy="185166"/>
          </a:xfrm>
          <a:prstGeom prst="rect">
            <a:avLst/>
          </a:prstGeom>
        </p:spPr>
        <p:txBody>
          <a:bodyPr vert="horz" lIns="0" tIns="0" rIns="0" bIns="0" anchor="ctr"/>
          <a:lstStyle>
            <a:lvl1pPr algn="l">
              <a:defRPr sz="900">
                <a:solidFill>
                  <a:srgbClr val="011837"/>
                </a:solidFill>
              </a:defRPr>
            </a:lvl1pPr>
          </a:lstStyle>
          <a:p>
            <a:r>
              <a:rPr lang="en-US"/>
              <a:t/>
            </a: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itle 1"/>
          <p:cNvSpPr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12" name="Content Placeholder 2"/>
          <p:cNvSpPr>
            <a:spLocks noGrp="1"/>
          </p:cNvSpPr>
          <p:nvPr>
            <p:ph idx="1"/>
          </p:nvPr>
        </p:nvSpPr>
        <p:spPr>
          <a:xfrm>
            <a:off x="731520" y="1143229"/>
            <a:ext cx="10728960" cy="5181219"/>
          </a:xfrm>
          <a:prstGeom prst="rect">
            <a:avLst/>
          </a:prstGeom>
        </p:spPr>
        <p:txBody>
          <a:bodyPr vert="horz"/>
          <a:lstStyle/>
          <a:p>
            <a:r>
              <a:rPr lang="en-US"/>
              <a:t>Click to edit Master text styles</a:t>
            </a:r>
          </a:p>
        </p:txBody>
      </p:sp>
      <p:sp>
        <p:nvSpPr>
          <p:cNvPr id="13" name="Slide Number Placeholder"/>
          <p:cNvSpPr>
            <a:spLocks noGrp="1"/>
          </p:cNvSpPr>
          <p:nvPr>
            <p:ph type="sldNum" sz="quarter" idx="22"/>
          </p:nvPr>
        </p:nvSpPr>
        <p:spPr>
          <a:xfrm>
            <a:off x="12192" y="6480810"/>
            <a:ext cx="475488" cy="363474"/>
          </a:xfrm>
        </p:spPr>
        <p:txBody>
          <a:bodyPr anchor="ctr"/>
          <a:lstStyle>
            <a:lvl1pPr algn="ctr">
              <a:defRPr sz="1200" b="1">
                <a:solidFill>
                  <a:schemeClr val="tx1"/>
                </a:solidFill>
              </a:defRPr>
            </a:lvl1pPr>
          </a:lstStyle>
          <a:p>
            <a:fld id="{C5EF2332-01BF-834F-8236-50238282D533}" type="slidenum">
              <a:rPr lang="en-US"/>
              <a:t>‹#›</a:t>
            </a:fld>
          </a:p>
        </p:txBody>
      </p:sp>
      <p:sp>
        <p:nvSpPr>
          <p:cNvPr id="14" name="Date Placeholder"/>
          <p:cNvSpPr>
            <a:spLocks noGrp="1"/>
          </p:cNvSpPr>
          <p:nvPr>
            <p:ph type="dt" sz="half" idx="20"/>
          </p:nvPr>
        </p:nvSpPr>
        <p:spPr>
          <a:xfrm>
            <a:off x="10436352" y="6556248"/>
            <a:ext cx="1377696" cy="185166"/>
          </a:xfrm>
          <a:prstGeom prst="rect">
            <a:avLst/>
          </a:prstGeom>
        </p:spPr>
        <p:txBody>
          <a:bodyPr vert="horz" lIns="0" tIns="0" rIns="0" bIns="0" anchor="ctr"/>
          <a:lstStyle>
            <a:lvl1pPr algn="r">
              <a:defRPr sz="900">
                <a:solidFill>
                  <a:schemeClr val="tx1"/>
                </a:solidFill>
              </a:defRPr>
            </a:lvl1pPr>
          </a:lstStyle>
          <a:p>
            <a:r>
              <a:rPr lang="en-US"/>
              <a:t/>
            </a:r>
          </a:p>
        </p:txBody>
      </p:sp>
      <p:sp>
        <p:nvSpPr>
          <p:cNvPr id="15" name="Footer Placeholder"/>
          <p:cNvSpPr>
            <a:spLocks noGrp="1"/>
          </p:cNvSpPr>
          <p:nvPr>
            <p:ph type="ftr" sz="quarter" idx="21"/>
          </p:nvPr>
        </p:nvSpPr>
        <p:spPr>
          <a:xfrm>
            <a:off x="560832" y="6556248"/>
            <a:ext cx="4145280" cy="185166"/>
          </a:xfrm>
          <a:prstGeom prst="rect">
            <a:avLst/>
          </a:prstGeom>
        </p:spPr>
        <p:txBody>
          <a:bodyPr vert="horz" lIns="0" tIns="0" rIns="0" bIns="0" anchor="ctr"/>
          <a:lstStyle>
            <a:lvl1pPr algn="l">
              <a:defRPr sz="900">
                <a:solidFill>
                  <a:schemeClr val="tx1"/>
                </a:solidFill>
              </a:defRPr>
            </a:lvl1pPr>
          </a:lstStyle>
          <a:p>
            <a:r>
              <a:rPr lang="en-US"/>
              <a:t/>
            </a: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 showMasterSp="0">
  <p:cSld name="Section Header">
    <p:bg>
      <p:bgPr>
        <a:solidFill>
          <a:schemeClr val="tx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Wave band 1"/>
          <p:cNvSpPr/>
          <p:nvPr userDrawn="1"/>
        </p:nvSpPr>
        <p:spPr>
          <a:xfrm>
            <a:off x="0" y="0"/>
            <a:ext cx="12192000" cy="6858000"/>
          </a:xfrm>
          <a:custGeom>
            <a:avLst/>
            <a:gdLst/>
            <a:ahLst/>
            <a:cxnLst/>
            <a:rect l="0" t="0" r="r" b="b"/>
            <a:pathLst>
              <a:path w="16000" h="9000" stroke="0">
                <a:moveTo>
                  <a:pt x="11939" y="0"/>
                </a:moveTo>
                <a:cubicBezTo>
                  <a:pt x="12299" y="1778"/>
                  <a:pt x="13869" y="4468"/>
                  <a:pt x="13869" y="6089"/>
                </a:cubicBezTo>
                <a:cubicBezTo>
                  <a:pt x="13869" y="7867"/>
                  <a:pt x="13370" y="8713"/>
                  <a:pt x="13238" y="9000"/>
                </a:cubicBezTo>
                <a:lnTo>
                  <a:pt x="13760" y="9000"/>
                </a:lnTo>
                <a:cubicBezTo>
                  <a:pt x="14218" y="8249"/>
                  <a:pt x="14672" y="7476"/>
                  <a:pt x="14672" y="5781"/>
                </a:cubicBezTo>
                <a:cubicBezTo>
                  <a:pt x="14672" y="4272"/>
                  <a:pt x="12803" y="1425"/>
                  <a:pt x="12381" y="0"/>
                </a:cubicBezTo>
                <a:close/>
              </a:path>
            </a:pathLst>
          </a:custGeom>
          <a:solidFill>
            <a:schemeClr val="accent1">
              <a:alpha val="18000"/>
            </a:schemeClr>
          </a:solidFill>
          <a:ln>
            <a:noFill/>
          </a:ln>
        </p:spPr>
      </p:sp>
      <p:sp>
        <p:nvSpPr>
          <p:cNvPr id="12" name="Wave band 2"/>
          <p:cNvSpPr/>
          <p:nvPr userDrawn="1"/>
        </p:nvSpPr>
        <p:spPr>
          <a:xfrm>
            <a:off x="0" y="0"/>
            <a:ext cx="12192000" cy="6858000"/>
          </a:xfrm>
          <a:custGeom>
            <a:avLst/>
            <a:gdLst/>
            <a:ahLst/>
            <a:cxnLst/>
            <a:rect l="0" t="0" r="r" b="b"/>
            <a:pathLst>
              <a:path w="16000" h="9000" stroke="0">
                <a:moveTo>
                  <a:pt x="12381" y="0"/>
                </a:moveTo>
                <a:cubicBezTo>
                  <a:pt x="12803" y="1425"/>
                  <a:pt x="14672" y="4272"/>
                  <a:pt x="14672" y="5781"/>
                </a:cubicBezTo>
                <a:cubicBezTo>
                  <a:pt x="14672" y="7476"/>
                  <a:pt x="14218" y="8249"/>
                  <a:pt x="13760" y="9000"/>
                </a:cubicBezTo>
                <a:lnTo>
                  <a:pt x="14272" y="9000"/>
                </a:lnTo>
                <a:cubicBezTo>
                  <a:pt x="14782" y="8320"/>
                  <a:pt x="15477" y="7418"/>
                  <a:pt x="15477" y="5564"/>
                </a:cubicBezTo>
                <a:cubicBezTo>
                  <a:pt x="15477" y="3969"/>
                  <a:pt x="13379" y="1243"/>
                  <a:pt x="12843" y="0"/>
                </a:cubicBezTo>
                <a:close/>
              </a:path>
            </a:pathLst>
          </a:custGeom>
          <a:solidFill>
            <a:schemeClr val="accent1">
              <a:alpha val="10000"/>
            </a:schemeClr>
          </a:solidFill>
          <a:ln>
            <a:noFill/>
          </a:ln>
        </p:spPr>
      </p:sp>
      <p:sp>
        <p:nvSpPr>
          <p:cNvPr id="13" name="Wave line 1"/>
          <p:cNvSpPr/>
          <p:nvPr userDrawn="1"/>
        </p:nvSpPr>
        <p:spPr>
          <a:xfrm>
            <a:off x="0" y="0"/>
            <a:ext cx="12192000" cy="6858000"/>
          </a:xfrm>
          <a:custGeom>
            <a:avLst/>
            <a:gdLst/>
            <a:ahLst/>
            <a:cxnLst/>
            <a:rect l="0" t="0" r="r" b="b"/>
            <a:pathLst>
              <a:path w="16000" h="9000" fill="none">
                <a:moveTo>
                  <a:pt x="11939" y="0"/>
                </a:moveTo>
                <a:cubicBezTo>
                  <a:pt x="12299" y="1778"/>
                  <a:pt x="13869" y="4468"/>
                  <a:pt x="13869" y="6089"/>
                </a:cubicBezTo>
                <a:cubicBezTo>
                  <a:pt x="13869" y="7867"/>
                  <a:pt x="13370" y="8713"/>
                  <a:pt x="13238" y="9000"/>
                </a:cubicBezTo>
              </a:path>
            </a:pathLst>
          </a:custGeom>
          <a:noFill/>
          <a:ln w="18288">
            <a:solidFill>
              <a:schemeClr val="accent1"/>
            </a:solidFill>
          </a:ln>
        </p:spPr>
      </p:sp>
      <p:sp>
        <p:nvSpPr>
          <p:cNvPr id="14" name="Wave line 2"/>
          <p:cNvSpPr/>
          <p:nvPr userDrawn="1"/>
        </p:nvSpPr>
        <p:spPr>
          <a:xfrm>
            <a:off x="0" y="0"/>
            <a:ext cx="12192000" cy="6858000"/>
          </a:xfrm>
          <a:custGeom>
            <a:avLst/>
            <a:gdLst/>
            <a:ahLst/>
            <a:cxnLst/>
            <a:rect l="0" t="0" r="r" b="b"/>
            <a:pathLst>
              <a:path w="16000" h="9000" fill="none">
                <a:moveTo>
                  <a:pt x="12381" y="0"/>
                </a:moveTo>
                <a:cubicBezTo>
                  <a:pt x="12803" y="1425"/>
                  <a:pt x="14672" y="4272"/>
                  <a:pt x="14672" y="5781"/>
                </a:cubicBezTo>
                <a:cubicBezTo>
                  <a:pt x="14672" y="7476"/>
                  <a:pt x="14218" y="8249"/>
                  <a:pt x="13760" y="9000"/>
                </a:cubicBezTo>
              </a:path>
            </a:pathLst>
          </a:custGeom>
          <a:noFill/>
          <a:ln w="18288">
            <a:solidFill>
              <a:schemeClr val="accent1"/>
            </a:solidFill>
          </a:ln>
        </p:spPr>
      </p:sp>
      <p:sp>
        <p:nvSpPr>
          <p:cNvPr id="15" name="Wave line 3"/>
          <p:cNvSpPr/>
          <p:nvPr userDrawn="1"/>
        </p:nvSpPr>
        <p:spPr>
          <a:xfrm>
            <a:off x="0" y="0"/>
            <a:ext cx="12192000" cy="6858000"/>
          </a:xfrm>
          <a:custGeom>
            <a:avLst/>
            <a:gdLst/>
            <a:ahLst/>
            <a:cxnLst/>
            <a:rect l="0" t="0" r="r" b="b"/>
            <a:pathLst>
              <a:path w="16000" h="9000" fill="none">
                <a:moveTo>
                  <a:pt x="12843" y="0"/>
                </a:moveTo>
                <a:cubicBezTo>
                  <a:pt x="13379" y="1243"/>
                  <a:pt x="15477" y="3969"/>
                  <a:pt x="15477" y="5564"/>
                </a:cubicBezTo>
                <a:cubicBezTo>
                  <a:pt x="15477" y="7418"/>
                  <a:pt x="14782" y="8320"/>
                  <a:pt x="14272" y="9000"/>
                </a:cubicBezTo>
              </a:path>
            </a:pathLst>
          </a:custGeom>
          <a:noFill/>
          <a:ln w="18288">
            <a:solidFill>
              <a:schemeClr val="accent1"/>
            </a:solidFill>
          </a:ln>
        </p:spPr>
      </p:sp>
      <p:pic>
        <p:nvPicPr>
          <p:cNvPr id="16" name="Logo (primary)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731520" y="548640"/>
            <a:ext cx="1514246" cy="548640"/>
          </a:xfrm>
          <a:prstGeom prst="rect">
            <a:avLst/>
          </a:prstGeom>
        </p:spPr>
      </p:pic>
      <p:sp>
        <p:nvSpPr>
          <p:cNvPr id="17" name="Title 1"/>
          <p:cNvSpPr>
            <a:spLocks noGrp="1"/>
          </p:cNvSpPr>
          <p:nvPr>
            <p:ph type="title"/>
          </p:nvPr>
        </p:nvSpPr>
        <p:spPr>
          <a:xfrm>
            <a:off x="731520" y="2758288"/>
            <a:ext cx="7559040" cy="822960"/>
          </a:xfrm>
          <a:prstGeom prst="rect">
            <a:avLst/>
          </a:prstGeom>
        </p:spPr>
        <p:txBody>
          <a:bodyPr lIns="0" tIns="0" rIns="0" bIns="0" anchor="b">
            <a:normAutofit/>
          </a:bodyPr>
          <a:lstStyle>
            <a:lvl1pPr algn="l">
              <a:lnSpc>
                <a:spcPct val="90000"/>
              </a:lnSpc>
              <a:defRPr sz="4366" b="1" cap="none" baseline="0">
                <a:solidFill>
                  <a:srgbClr val="011837"/>
                </a:solidFill>
                <a:latin typeface="+mj-lt"/>
              </a:defRPr>
            </a:lvl1pPr>
          </a:lstStyle>
          <a:p>
            <a:r>
              <a:rPr lang="en-US"/>
              <a:t>Section title</a:t>
            </a:r>
          </a:p>
        </p:txBody>
      </p:sp>
      <p:sp>
        <p:nvSpPr>
          <p:cNvPr id="18" name="Text Placeholder 2"/>
          <p:cNvSpPr>
            <a:spLocks noGrp="1"/>
          </p:cNvSpPr>
          <p:nvPr>
            <p:ph type="body" idx="1"/>
          </p:nvPr>
        </p:nvSpPr>
        <p:spPr>
          <a:xfrm>
            <a:off x="731520" y="3649828"/>
            <a:ext cx="7559040" cy="912114"/>
          </a:xfrm>
          <a:prstGeom prst="rect">
            <a:avLst/>
          </a:prstGeom>
        </p:spPr>
        <p:txBody>
          <a:bodyPr lIns="0" tIns="0" rIns="0" bIns="0" anchor="t">
            <a:normAutofit/>
          </a:bodyPr>
          <a:lstStyle>
            <a:lvl1pPr algn="l" marL="0" indent="0">
              <a:spcBef>
                <a:spcPts val="0"/>
              </a:spcBef>
              <a:buNone/>
              <a:defRPr sz="1847" b="0">
                <a:solidFill>
                  <a:srgbClr val="011837"/>
                </a:solidFill>
                <a:latin typeface="+mn-lt"/>
              </a:defRPr>
            </a:lvl1pPr>
          </a:lstStyle>
          <a:p>
            <a:r>
              <a:rPr lang="en-US"/>
              <a:t>Subtitle</a:t>
            </a:r>
          </a:p>
        </p:txBody>
      </p:sp>
      <p:sp>
        <p:nvSpPr>
          <p:cNvPr id="19" name="Slide Number Placeholder"/>
          <p:cNvSpPr>
            <a:spLocks noGrp="1"/>
          </p:cNvSpPr>
          <p:nvPr>
            <p:ph type="sldNum" sz="quarter" idx="22"/>
          </p:nvPr>
        </p:nvSpPr>
        <p:spPr>
          <a:xfrm>
            <a:off x="12192" y="6480810"/>
            <a:ext cx="475488" cy="363474"/>
          </a:xfrm>
        </p:spPr>
        <p:txBody>
          <a:bodyPr anchor="ctr"/>
          <a:lstStyle>
            <a:lvl1pPr algn="ctr">
              <a:defRPr sz="1200" b="1">
                <a:solidFill>
                  <a:srgbClr val="011837"/>
                </a:solidFill>
              </a:defRPr>
            </a:lvl1pPr>
          </a:lstStyle>
          <a:p>
            <a:fld id="{C5EF2332-01BF-834F-8236-50238282D533}" type="slidenum">
              <a:rPr lang="en-US"/>
              <a:t>‹#›</a:t>
            </a:fld>
          </a:p>
        </p:txBody>
      </p:sp>
      <p:sp>
        <p:nvSpPr>
          <p:cNvPr id="20" name="Date Placeholder"/>
          <p:cNvSpPr>
            <a:spLocks noGrp="1"/>
          </p:cNvSpPr>
          <p:nvPr>
            <p:ph type="dt" sz="half" idx="20"/>
          </p:nvPr>
        </p:nvSpPr>
        <p:spPr>
          <a:xfrm>
            <a:off x="10436352" y="6556248"/>
            <a:ext cx="1377696" cy="185166"/>
          </a:xfrm>
          <a:prstGeom prst="rect">
            <a:avLst/>
          </a:prstGeom>
        </p:spPr>
        <p:txBody>
          <a:bodyPr vert="horz" lIns="0" tIns="0" rIns="0" bIns="0" anchor="ctr"/>
          <a:lstStyle>
            <a:lvl1pPr algn="r">
              <a:defRPr sz="900">
                <a:solidFill>
                  <a:srgbClr val="011837"/>
                </a:solidFill>
              </a:defRPr>
            </a:lvl1pPr>
          </a:lstStyle>
          <a:p>
            <a:r>
              <a:rPr lang="en-US"/>
              <a:t/>
            </a:r>
          </a:p>
        </p:txBody>
      </p:sp>
      <p:sp>
        <p:nvSpPr>
          <p:cNvPr id="21" name="Footer Placeholder"/>
          <p:cNvSpPr>
            <a:spLocks noGrp="1"/>
          </p:cNvSpPr>
          <p:nvPr>
            <p:ph type="ftr" sz="quarter" idx="21"/>
          </p:nvPr>
        </p:nvSpPr>
        <p:spPr>
          <a:xfrm>
            <a:off x="560832" y="6556248"/>
            <a:ext cx="4145280" cy="185166"/>
          </a:xfrm>
          <a:prstGeom prst="rect">
            <a:avLst/>
          </a:prstGeom>
        </p:spPr>
        <p:txBody>
          <a:bodyPr vert="horz" lIns="0" tIns="0" rIns="0" bIns="0" anchor="ctr"/>
          <a:lstStyle>
            <a:lvl1pPr algn="l">
              <a:defRPr sz="900">
                <a:solidFill>
                  <a:srgbClr val="011837"/>
                </a:solidFill>
              </a:defRPr>
            </a:lvl1pPr>
          </a:lstStyle>
          <a:p>
            <a:r>
              <a:rPr lang="en-US"/>
              <a:t/>
            </a:r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itle 1"/>
          <p:cNvSpPr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12" name="Content Placeholder 2"/>
          <p:cNvSpPr>
            <a:spLocks noGrp="1"/>
          </p:cNvSpPr>
          <p:nvPr>
            <p:ph sz="half" idx="1"/>
          </p:nvPr>
        </p:nvSpPr>
        <p:spPr>
          <a:xfrm>
            <a:off x="731520" y="1143229"/>
            <a:ext cx="5181600" cy="5181219"/>
          </a:xfrm>
          <a:prstGeom prst="rect">
            <a:avLst/>
          </a:prstGeom>
        </p:spPr>
        <p:txBody>
          <a:bodyPr vert="horz"/>
          <a:lstStyle/>
          <a:p>
            <a:r>
              <a:rPr lang="en-US"/>
              <a:t>Left</a:t>
            </a:r>
          </a:p>
        </p:txBody>
      </p:sp>
      <p:sp>
        <p:nvSpPr>
          <p:cNvPr id="13" name="Content Placeholder 3"/>
          <p:cNvSpPr>
            <a:spLocks noGrp="1"/>
          </p:cNvSpPr>
          <p:nvPr>
            <p:ph sz="half" idx="2"/>
          </p:nvPr>
        </p:nvSpPr>
        <p:spPr>
          <a:xfrm>
            <a:off x="6278880" y="1143229"/>
            <a:ext cx="5181600" cy="5181219"/>
          </a:xfrm>
          <a:prstGeom prst="rect">
            <a:avLst/>
          </a:prstGeom>
        </p:spPr>
        <p:txBody>
          <a:bodyPr vert="horz"/>
          <a:lstStyle/>
          <a:p>
            <a:r>
              <a:rPr lang="en-US"/>
              <a:t>Right</a:t>
            </a:r>
          </a:p>
        </p:txBody>
      </p:sp>
      <p:sp>
        <p:nvSpPr>
          <p:cNvPr id="14" name="Slide Number Placeholder"/>
          <p:cNvSpPr>
            <a:spLocks noGrp="1"/>
          </p:cNvSpPr>
          <p:nvPr>
            <p:ph type="sldNum" sz="quarter" idx="22"/>
          </p:nvPr>
        </p:nvSpPr>
        <p:spPr>
          <a:xfrm>
            <a:off x="12192" y="6480810"/>
            <a:ext cx="475488" cy="363474"/>
          </a:xfrm>
        </p:spPr>
        <p:txBody>
          <a:bodyPr anchor="ctr"/>
          <a:lstStyle>
            <a:lvl1pPr algn="ctr">
              <a:defRPr sz="1200" b="1">
                <a:solidFill>
                  <a:schemeClr val="tx1"/>
                </a:solidFill>
              </a:defRPr>
            </a:lvl1pPr>
          </a:lstStyle>
          <a:p>
            <a:fld id="{C5EF2332-01BF-834F-8236-50238282D533}" type="slidenum">
              <a:rPr lang="en-US"/>
              <a:t>‹#›</a:t>
            </a:fld>
          </a:p>
        </p:txBody>
      </p:sp>
      <p:sp>
        <p:nvSpPr>
          <p:cNvPr id="15" name="Date Placeholder"/>
          <p:cNvSpPr>
            <a:spLocks noGrp="1"/>
          </p:cNvSpPr>
          <p:nvPr>
            <p:ph type="dt" sz="half" idx="20"/>
          </p:nvPr>
        </p:nvSpPr>
        <p:spPr>
          <a:xfrm>
            <a:off x="10436352" y="6556248"/>
            <a:ext cx="1377696" cy="185166"/>
          </a:xfrm>
          <a:prstGeom prst="rect">
            <a:avLst/>
          </a:prstGeom>
        </p:spPr>
        <p:txBody>
          <a:bodyPr vert="horz" lIns="0" tIns="0" rIns="0" bIns="0" anchor="ctr"/>
          <a:lstStyle>
            <a:lvl1pPr algn="r">
              <a:defRPr sz="900">
                <a:solidFill>
                  <a:schemeClr val="tx1"/>
                </a:solidFill>
              </a:defRPr>
            </a:lvl1pPr>
          </a:lstStyle>
          <a:p>
            <a:r>
              <a:rPr lang="en-US"/>
              <a:t/>
            </a:r>
          </a:p>
        </p:txBody>
      </p:sp>
      <p:sp>
        <p:nvSpPr>
          <p:cNvPr id="16" name="Footer Placeholder"/>
          <p:cNvSpPr>
            <a:spLocks noGrp="1"/>
          </p:cNvSpPr>
          <p:nvPr>
            <p:ph type="ftr" sz="quarter" idx="21"/>
          </p:nvPr>
        </p:nvSpPr>
        <p:spPr>
          <a:xfrm>
            <a:off x="560832" y="6556248"/>
            <a:ext cx="4145280" cy="185166"/>
          </a:xfrm>
          <a:prstGeom prst="rect">
            <a:avLst/>
          </a:prstGeom>
        </p:spPr>
        <p:txBody>
          <a:bodyPr vert="horz" lIns="0" tIns="0" rIns="0" bIns="0" anchor="ctr"/>
          <a:lstStyle>
            <a:lvl1pPr algn="l">
              <a:defRPr sz="900">
                <a:solidFill>
                  <a:schemeClr val="tx1"/>
                </a:solidFill>
              </a:defRPr>
            </a:lvl1pPr>
          </a:lstStyle>
          <a:p>
            <a:r>
              <a:rPr lang="en-US"/>
              <a:t/>
            </a:r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itle 1"/>
          <p:cNvSpPr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12" name="Text Placeholder 2"/>
          <p:cNvSpPr>
            <a:spLocks noGrp="1"/>
          </p:cNvSpPr>
          <p:nvPr>
            <p:ph type="body" idx="1"/>
          </p:nvPr>
        </p:nvSpPr>
        <p:spPr>
          <a:xfrm>
            <a:off x="731520" y="1143229"/>
            <a:ext cx="5181600" cy="617220"/>
          </a:xfrm>
          <a:prstGeom prst="rect">
            <a:avLst/>
          </a:prstGeom>
        </p:spPr>
        <p:txBody>
          <a:bodyPr vert="horz" anchor="b">
            <a:normAutofit/>
          </a:bodyPr>
          <a:lstStyle>
            <a:lvl1pPr marL="0" indent="0">
              <a:buNone/>
              <a:defRPr sz="1847" b="1">
                <a:solidFill>
                  <a:schemeClr val="tx2"/>
                </a:solidFill>
              </a:defRPr>
            </a:lvl1pPr>
          </a:lstStyle>
          <a:p>
            <a:r>
              <a:rPr lang="en-US"/>
              <a:t>Heading</a:t>
            </a:r>
          </a:p>
        </p:txBody>
      </p:sp>
      <p:sp>
        <p:nvSpPr>
          <p:cNvPr id="13" name="Content Placeholder 4"/>
          <p:cNvSpPr>
            <a:spLocks noGrp="1"/>
          </p:cNvSpPr>
          <p:nvPr>
            <p:ph sz="half" idx="11"/>
          </p:nvPr>
        </p:nvSpPr>
        <p:spPr>
          <a:xfrm>
            <a:off x="731520" y="1829029"/>
            <a:ext cx="5181600" cy="4495419"/>
          </a:xfrm>
          <a:prstGeom prst="rect">
            <a:avLst/>
          </a:prstGeom>
        </p:spPr>
        <p:txBody>
          <a:bodyPr vert="horz"/>
          <a:lstStyle/>
          <a:p>
            <a:r>
              <a:rPr lang="en-US"/>
              <a:t>Content</a:t>
            </a:r>
          </a:p>
        </p:txBody>
      </p:sp>
      <p:sp>
        <p:nvSpPr>
          <p:cNvPr id="14" name="Text Placeholder 3"/>
          <p:cNvSpPr>
            <a:spLocks noGrp="1"/>
          </p:cNvSpPr>
          <p:nvPr>
            <p:ph type="body" sz="quarter" idx="3"/>
          </p:nvPr>
        </p:nvSpPr>
        <p:spPr>
          <a:xfrm>
            <a:off x="6278880" y="1143229"/>
            <a:ext cx="5181600" cy="617220"/>
          </a:xfrm>
          <a:prstGeom prst="rect">
            <a:avLst/>
          </a:prstGeom>
        </p:spPr>
        <p:txBody>
          <a:bodyPr vert="horz" anchor="b">
            <a:normAutofit/>
          </a:bodyPr>
          <a:lstStyle>
            <a:lvl1pPr marL="0" indent="0">
              <a:buNone/>
              <a:defRPr sz="1847" b="1">
                <a:solidFill>
                  <a:schemeClr val="tx2"/>
                </a:solidFill>
              </a:defRPr>
            </a:lvl1pPr>
          </a:lstStyle>
          <a:p>
            <a:r>
              <a:rPr lang="en-US"/>
              <a:t>Heading</a:t>
            </a:r>
          </a:p>
        </p:txBody>
      </p:sp>
      <p:sp>
        <p:nvSpPr>
          <p:cNvPr id="15" name="Content Placeholder 5"/>
          <p:cNvSpPr>
            <a:spLocks noGrp="1"/>
          </p:cNvSpPr>
          <p:nvPr>
            <p:ph sz="half" idx="2"/>
          </p:nvPr>
        </p:nvSpPr>
        <p:spPr>
          <a:xfrm>
            <a:off x="6278880" y="1829029"/>
            <a:ext cx="5181600" cy="4495419"/>
          </a:xfrm>
          <a:prstGeom prst="rect">
            <a:avLst/>
          </a:prstGeom>
        </p:spPr>
        <p:txBody>
          <a:bodyPr vert="horz"/>
          <a:lstStyle/>
          <a:p>
            <a:r>
              <a:rPr lang="en-US"/>
              <a:t>Content</a:t>
            </a:r>
          </a:p>
        </p:txBody>
      </p:sp>
      <p:sp>
        <p:nvSpPr>
          <p:cNvPr id="16" name="Slide Number Placeholder"/>
          <p:cNvSpPr>
            <a:spLocks noGrp="1"/>
          </p:cNvSpPr>
          <p:nvPr>
            <p:ph type="sldNum" sz="quarter" idx="22"/>
          </p:nvPr>
        </p:nvSpPr>
        <p:spPr>
          <a:xfrm>
            <a:off x="12192" y="6480810"/>
            <a:ext cx="475488" cy="363474"/>
          </a:xfrm>
        </p:spPr>
        <p:txBody>
          <a:bodyPr anchor="ctr"/>
          <a:lstStyle>
            <a:lvl1pPr algn="ctr">
              <a:defRPr sz="1200" b="1">
                <a:solidFill>
                  <a:schemeClr val="tx1"/>
                </a:solidFill>
              </a:defRPr>
            </a:lvl1pPr>
          </a:lstStyle>
          <a:p>
            <a:fld id="{C5EF2332-01BF-834F-8236-50238282D533}" type="slidenum">
              <a:rPr lang="en-US"/>
              <a:t>‹#›</a:t>
            </a:fld>
          </a:p>
        </p:txBody>
      </p:sp>
      <p:sp>
        <p:nvSpPr>
          <p:cNvPr id="17" name="Date Placeholder"/>
          <p:cNvSpPr>
            <a:spLocks noGrp="1"/>
          </p:cNvSpPr>
          <p:nvPr>
            <p:ph type="dt" sz="half" idx="20"/>
          </p:nvPr>
        </p:nvSpPr>
        <p:spPr>
          <a:xfrm>
            <a:off x="10436352" y="6556248"/>
            <a:ext cx="1377696" cy="185166"/>
          </a:xfrm>
          <a:prstGeom prst="rect">
            <a:avLst/>
          </a:prstGeom>
        </p:spPr>
        <p:txBody>
          <a:bodyPr vert="horz" lIns="0" tIns="0" rIns="0" bIns="0" anchor="ctr"/>
          <a:lstStyle>
            <a:lvl1pPr algn="r">
              <a:defRPr sz="900">
                <a:solidFill>
                  <a:schemeClr val="tx1"/>
                </a:solidFill>
              </a:defRPr>
            </a:lvl1pPr>
          </a:lstStyle>
          <a:p>
            <a:r>
              <a:rPr lang="en-US"/>
              <a:t/>
            </a:r>
          </a:p>
        </p:txBody>
      </p:sp>
      <p:sp>
        <p:nvSpPr>
          <p:cNvPr id="18" name="Footer Placeholder"/>
          <p:cNvSpPr>
            <a:spLocks noGrp="1"/>
          </p:cNvSpPr>
          <p:nvPr>
            <p:ph type="ftr" sz="quarter" idx="21"/>
          </p:nvPr>
        </p:nvSpPr>
        <p:spPr>
          <a:xfrm>
            <a:off x="560832" y="6556248"/>
            <a:ext cx="4145280" cy="185166"/>
          </a:xfrm>
          <a:prstGeom prst="rect">
            <a:avLst/>
          </a:prstGeom>
        </p:spPr>
        <p:txBody>
          <a:bodyPr vert="horz" lIns="0" tIns="0" rIns="0" bIns="0" anchor="ctr"/>
          <a:lstStyle>
            <a:lvl1pPr algn="l">
              <a:defRPr sz="900">
                <a:solidFill>
                  <a:schemeClr val="tx1"/>
                </a:solidFill>
              </a:defRPr>
            </a:lvl1pPr>
          </a:lstStyle>
          <a:p>
            <a:r>
              <a:rPr lang="en-US"/>
              <a:t/>
            </a:r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itle 1"/>
          <p:cNvSpPr>
            <a:spLocks noGrp="1"/>
          </p:cNvSpPr>
          <p:nvPr>
            <p:ph type="title"/>
          </p:nvPr>
        </p:nvSpPr>
        <p:spPr>
          <a:xfrm>
            <a:off x="731520" y="1143229"/>
            <a:ext cx="4023360" cy="891540"/>
          </a:xfrm>
          <a:prstGeom prst="rect">
            <a:avLst/>
          </a:prstGeom>
        </p:spPr>
        <p:txBody>
          <a:bodyPr vert="horz" lIns="0" tIns="0" rIns="0" bIns="0" anchor="b">
            <a:normAutofit/>
          </a:bodyPr>
          <a:lstStyle>
            <a:lvl1pPr algn="l">
              <a:defRPr sz="1847" b="1"/>
            </a:lvl1pPr>
          </a:lstStyle>
          <a:p>
            <a:r>
              <a:rPr lang="en-US"/>
              <a:t>Caption title</a:t>
            </a:r>
          </a:p>
        </p:txBody>
      </p:sp>
      <p:sp>
        <p:nvSpPr>
          <p:cNvPr id="13" name="Content Placeholder 2"/>
          <p:cNvSpPr>
            <a:spLocks noGrp="1"/>
          </p:cNvSpPr>
          <p:nvPr>
            <p:ph idx="1"/>
          </p:nvPr>
        </p:nvSpPr>
        <p:spPr>
          <a:xfrm>
            <a:off x="5120640" y="1143229"/>
            <a:ext cx="6339840" cy="5181219"/>
          </a:xfrm>
          <a:prstGeom prst="rect">
            <a:avLst/>
          </a:prstGeom>
        </p:spPr>
        <p:txBody>
          <a:bodyPr vert="horz"/>
          <a:lstStyle/>
          <a:p>
            <a:r>
              <a:rPr lang="en-US"/>
              <a:t>Content</a:t>
            </a:r>
          </a:p>
        </p:txBody>
      </p:sp>
      <p:sp>
        <p:nvSpPr>
          <p:cNvPr id="14" name="Text Placeholder 3"/>
          <p:cNvSpPr>
            <a:spLocks noGrp="1"/>
          </p:cNvSpPr>
          <p:nvPr>
            <p:ph type="body" sz="half" idx="2"/>
          </p:nvPr>
        </p:nvSpPr>
        <p:spPr>
          <a:xfrm>
            <a:off x="731520" y="2103349"/>
            <a:ext cx="4023360" cy="4221099"/>
          </a:xfrm>
          <a:prstGeom prst="rect">
            <a:avLst/>
          </a:prstGeom>
        </p:spPr>
        <p:txBody>
          <a:bodyPr vert="horz" lIns="0" tIns="0" rIns="0" bIns="0">
            <a:normAutofit/>
          </a:bodyPr>
          <a:lstStyle>
            <a:lvl1pPr marL="0" indent="0">
              <a:buNone/>
              <a:defRPr sz="1427"/>
            </a:lvl1pPr>
          </a:lstStyle>
          <a:p>
            <a:r>
              <a:rPr lang="en-US"/>
              <a:t>Caption</a:t>
            </a:r>
          </a:p>
        </p:txBody>
      </p:sp>
      <p:sp>
        <p:nvSpPr>
          <p:cNvPr id="15" name="Slide Number Placeholder"/>
          <p:cNvSpPr>
            <a:spLocks noGrp="1"/>
          </p:cNvSpPr>
          <p:nvPr>
            <p:ph type="sldNum" sz="quarter" idx="22"/>
          </p:nvPr>
        </p:nvSpPr>
        <p:spPr>
          <a:xfrm>
            <a:off x="12192" y="6480810"/>
            <a:ext cx="475488" cy="363474"/>
          </a:xfrm>
        </p:spPr>
        <p:txBody>
          <a:bodyPr anchor="ctr"/>
          <a:lstStyle>
            <a:lvl1pPr algn="ctr">
              <a:defRPr sz="1200" b="1">
                <a:solidFill>
                  <a:schemeClr val="tx1"/>
                </a:solidFill>
              </a:defRPr>
            </a:lvl1pPr>
          </a:lstStyle>
          <a:p>
            <a:fld id="{C5EF2332-01BF-834F-8236-50238282D533}" type="slidenum">
              <a:rPr lang="en-US"/>
              <a:t>‹#›</a:t>
            </a:fld>
          </a:p>
        </p:txBody>
      </p:sp>
      <p:sp>
        <p:nvSpPr>
          <p:cNvPr id="16" name="Date Placeholder"/>
          <p:cNvSpPr>
            <a:spLocks noGrp="1"/>
          </p:cNvSpPr>
          <p:nvPr>
            <p:ph type="dt" sz="half" idx="20"/>
          </p:nvPr>
        </p:nvSpPr>
        <p:spPr>
          <a:xfrm>
            <a:off x="10436352" y="6556248"/>
            <a:ext cx="1377696" cy="185166"/>
          </a:xfrm>
          <a:prstGeom prst="rect">
            <a:avLst/>
          </a:prstGeom>
        </p:spPr>
        <p:txBody>
          <a:bodyPr vert="horz" lIns="0" tIns="0" rIns="0" bIns="0" anchor="ctr"/>
          <a:lstStyle>
            <a:lvl1pPr algn="r">
              <a:defRPr sz="900">
                <a:solidFill>
                  <a:schemeClr val="tx1"/>
                </a:solidFill>
              </a:defRPr>
            </a:lvl1pPr>
          </a:lstStyle>
          <a:p>
            <a:r>
              <a:rPr lang="en-US"/>
              <a:t/>
            </a:r>
          </a:p>
        </p:txBody>
      </p:sp>
      <p:sp>
        <p:nvSpPr>
          <p:cNvPr id="17" name="Footer Placeholder"/>
          <p:cNvSpPr>
            <a:spLocks noGrp="1"/>
          </p:cNvSpPr>
          <p:nvPr>
            <p:ph type="ftr" sz="quarter" idx="21"/>
          </p:nvPr>
        </p:nvSpPr>
        <p:spPr>
          <a:xfrm>
            <a:off x="560832" y="6556248"/>
            <a:ext cx="4145280" cy="185166"/>
          </a:xfrm>
          <a:prstGeom prst="rect">
            <a:avLst/>
          </a:prstGeom>
        </p:spPr>
        <p:txBody>
          <a:bodyPr vert="horz" lIns="0" tIns="0" rIns="0" bIns="0" anchor="ctr"/>
          <a:lstStyle>
            <a:lvl1pPr algn="l">
              <a:defRPr sz="900">
                <a:solidFill>
                  <a:schemeClr val="tx1"/>
                </a:solidFill>
              </a:defRPr>
            </a:lvl1pPr>
          </a:lstStyle>
          <a:p>
            <a:r>
              <a:rPr lang="en-US"/>
              <a:t/>
            </a:r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Slide Number Placeholder"/>
          <p:cNvSpPr>
            <a:spLocks noGrp="1"/>
          </p:cNvSpPr>
          <p:nvPr>
            <p:ph type="sldNum" sz="quarter" idx="22"/>
          </p:nvPr>
        </p:nvSpPr>
        <p:spPr>
          <a:xfrm>
            <a:off x="12192" y="6480810"/>
            <a:ext cx="475488" cy="363474"/>
          </a:xfrm>
        </p:spPr>
        <p:txBody>
          <a:bodyPr anchor="ctr"/>
          <a:lstStyle>
            <a:lvl1pPr algn="ctr">
              <a:defRPr sz="1200" b="1">
                <a:solidFill>
                  <a:schemeClr val="tx1"/>
                </a:solidFill>
              </a:defRPr>
            </a:lvl1pPr>
          </a:lstStyle>
          <a:p>
            <a:fld id="{C5EF2332-01BF-834F-8236-50238282D533}" type="slidenum">
              <a:rPr lang="en-US"/>
              <a:t>‹#›</a:t>
            </a:fld>
          </a:p>
        </p:txBody>
      </p:sp>
      <p:sp>
        <p:nvSpPr>
          <p:cNvPr id="13" name="Date Placeholder"/>
          <p:cNvSpPr>
            <a:spLocks noGrp="1"/>
          </p:cNvSpPr>
          <p:nvPr>
            <p:ph type="dt" sz="half" idx="20"/>
          </p:nvPr>
        </p:nvSpPr>
        <p:spPr>
          <a:xfrm>
            <a:off x="10436352" y="6556248"/>
            <a:ext cx="1377696" cy="185166"/>
          </a:xfrm>
          <a:prstGeom prst="rect">
            <a:avLst/>
          </a:prstGeom>
        </p:spPr>
        <p:txBody>
          <a:bodyPr vert="horz" lIns="0" tIns="0" rIns="0" bIns="0" anchor="ctr"/>
          <a:lstStyle>
            <a:lvl1pPr algn="r">
              <a:defRPr sz="900">
                <a:solidFill>
                  <a:schemeClr val="tx1"/>
                </a:solidFill>
              </a:defRPr>
            </a:lvl1pPr>
          </a:lstStyle>
          <a:p>
            <a:r>
              <a:rPr lang="en-US"/>
              <a:t/>
            </a:r>
          </a:p>
        </p:txBody>
      </p:sp>
      <p:sp>
        <p:nvSpPr>
          <p:cNvPr id="14" name="Footer Placeholder"/>
          <p:cNvSpPr>
            <a:spLocks noGrp="1"/>
          </p:cNvSpPr>
          <p:nvPr>
            <p:ph type="ftr" sz="quarter" idx="21"/>
          </p:nvPr>
        </p:nvSpPr>
        <p:spPr>
          <a:xfrm>
            <a:off x="560832" y="6556248"/>
            <a:ext cx="4145280" cy="185166"/>
          </a:xfrm>
          <a:prstGeom prst="rect">
            <a:avLst/>
          </a:prstGeom>
        </p:spPr>
        <p:txBody>
          <a:bodyPr vert="horz" lIns="0" tIns="0" rIns="0" bIns="0" anchor="ctr"/>
          <a:lstStyle>
            <a:lvl1pPr algn="l">
              <a:defRPr sz="900">
                <a:solidFill>
                  <a:schemeClr val="tx1"/>
                </a:solidFill>
              </a:defRPr>
            </a:lvl1pPr>
          </a:lstStyle>
          <a:p>
            <a:r>
              <a:rPr lang="en-US"/>
              <a:t/>
            </a:r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 showMasterSp="0">
  <p:cSld name="Closing">
    <p:bg>
      <p:bgPr>
        <a:solidFill>
          <a:schemeClr val="tx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Wave band 1"/>
          <p:cNvSpPr/>
          <p:nvPr userDrawn="1"/>
        </p:nvSpPr>
        <p:spPr>
          <a:xfrm>
            <a:off x="0" y="0"/>
            <a:ext cx="12192000" cy="6858000"/>
          </a:xfrm>
          <a:custGeom>
            <a:avLst/>
            <a:gdLst/>
            <a:ahLst/>
            <a:cxnLst/>
            <a:rect l="0" t="0" r="r" b="b"/>
            <a:pathLst>
              <a:path w="16000" h="9000" stroke="0">
                <a:moveTo>
                  <a:pt x="10979" y="0"/>
                </a:moveTo>
                <a:cubicBezTo>
                  <a:pt x="11339" y="1778"/>
                  <a:pt x="12909" y="4468"/>
                  <a:pt x="12909" y="6089"/>
                </a:cubicBezTo>
                <a:cubicBezTo>
                  <a:pt x="12909" y="7867"/>
                  <a:pt x="12410" y="8713"/>
                  <a:pt x="12278" y="9000"/>
                </a:cubicBezTo>
                <a:lnTo>
                  <a:pt x="12800" y="9000"/>
                </a:lnTo>
                <a:cubicBezTo>
                  <a:pt x="13258" y="8249"/>
                  <a:pt x="13712" y="7476"/>
                  <a:pt x="13712" y="5781"/>
                </a:cubicBezTo>
                <a:cubicBezTo>
                  <a:pt x="13712" y="4272"/>
                  <a:pt x="11843" y="1425"/>
                  <a:pt x="11421" y="0"/>
                </a:cubicBezTo>
                <a:close/>
              </a:path>
            </a:pathLst>
          </a:custGeom>
          <a:solidFill>
            <a:schemeClr val="accent1">
              <a:alpha val="18000"/>
            </a:schemeClr>
          </a:solidFill>
          <a:ln>
            <a:noFill/>
          </a:ln>
        </p:spPr>
      </p:sp>
      <p:sp>
        <p:nvSpPr>
          <p:cNvPr id="12" name="Wave band 2"/>
          <p:cNvSpPr/>
          <p:nvPr userDrawn="1"/>
        </p:nvSpPr>
        <p:spPr>
          <a:xfrm>
            <a:off x="0" y="0"/>
            <a:ext cx="12192000" cy="6858000"/>
          </a:xfrm>
          <a:custGeom>
            <a:avLst/>
            <a:gdLst/>
            <a:ahLst/>
            <a:cxnLst/>
            <a:rect l="0" t="0" r="r" b="b"/>
            <a:pathLst>
              <a:path w="16000" h="9000" stroke="0">
                <a:moveTo>
                  <a:pt x="11421" y="0"/>
                </a:moveTo>
                <a:cubicBezTo>
                  <a:pt x="11843" y="1425"/>
                  <a:pt x="13712" y="4272"/>
                  <a:pt x="13712" y="5781"/>
                </a:cubicBezTo>
                <a:cubicBezTo>
                  <a:pt x="13712" y="7476"/>
                  <a:pt x="13258" y="8249"/>
                  <a:pt x="12800" y="9000"/>
                </a:cubicBezTo>
                <a:lnTo>
                  <a:pt x="13312" y="9000"/>
                </a:lnTo>
                <a:cubicBezTo>
                  <a:pt x="13822" y="8320"/>
                  <a:pt x="14517" y="7418"/>
                  <a:pt x="14517" y="5564"/>
                </a:cubicBezTo>
                <a:cubicBezTo>
                  <a:pt x="14517" y="3969"/>
                  <a:pt x="12419" y="1243"/>
                  <a:pt x="11883" y="0"/>
                </a:cubicBezTo>
                <a:close/>
              </a:path>
            </a:pathLst>
          </a:custGeom>
          <a:solidFill>
            <a:schemeClr val="accent1">
              <a:alpha val="10000"/>
            </a:schemeClr>
          </a:solidFill>
          <a:ln>
            <a:noFill/>
          </a:ln>
        </p:spPr>
      </p:sp>
      <p:sp>
        <p:nvSpPr>
          <p:cNvPr id="13" name="Wave line 1"/>
          <p:cNvSpPr/>
          <p:nvPr userDrawn="1"/>
        </p:nvSpPr>
        <p:spPr>
          <a:xfrm>
            <a:off x="0" y="0"/>
            <a:ext cx="12192000" cy="6858000"/>
          </a:xfrm>
          <a:custGeom>
            <a:avLst/>
            <a:gdLst/>
            <a:ahLst/>
            <a:cxnLst/>
            <a:rect l="0" t="0" r="r" b="b"/>
            <a:pathLst>
              <a:path w="16000" h="9000" fill="none">
                <a:moveTo>
                  <a:pt x="10979" y="0"/>
                </a:moveTo>
                <a:cubicBezTo>
                  <a:pt x="11339" y="1778"/>
                  <a:pt x="12909" y="4468"/>
                  <a:pt x="12909" y="6089"/>
                </a:cubicBezTo>
                <a:cubicBezTo>
                  <a:pt x="12909" y="7867"/>
                  <a:pt x="12410" y="8713"/>
                  <a:pt x="12278" y="9000"/>
                </a:cubicBezTo>
              </a:path>
            </a:pathLst>
          </a:custGeom>
          <a:noFill/>
          <a:ln w="18288">
            <a:solidFill>
              <a:schemeClr val="accent1"/>
            </a:solidFill>
          </a:ln>
        </p:spPr>
      </p:sp>
      <p:sp>
        <p:nvSpPr>
          <p:cNvPr id="14" name="Wave line 2"/>
          <p:cNvSpPr/>
          <p:nvPr userDrawn="1"/>
        </p:nvSpPr>
        <p:spPr>
          <a:xfrm>
            <a:off x="0" y="0"/>
            <a:ext cx="12192000" cy="6858000"/>
          </a:xfrm>
          <a:custGeom>
            <a:avLst/>
            <a:gdLst/>
            <a:ahLst/>
            <a:cxnLst/>
            <a:rect l="0" t="0" r="r" b="b"/>
            <a:pathLst>
              <a:path w="16000" h="9000" fill="none">
                <a:moveTo>
                  <a:pt x="11421" y="0"/>
                </a:moveTo>
                <a:cubicBezTo>
                  <a:pt x="11843" y="1425"/>
                  <a:pt x="13712" y="4272"/>
                  <a:pt x="13712" y="5781"/>
                </a:cubicBezTo>
                <a:cubicBezTo>
                  <a:pt x="13712" y="7476"/>
                  <a:pt x="13258" y="8249"/>
                  <a:pt x="12800" y="9000"/>
                </a:cubicBezTo>
              </a:path>
            </a:pathLst>
          </a:custGeom>
          <a:noFill/>
          <a:ln w="18288">
            <a:solidFill>
              <a:schemeClr val="accent1"/>
            </a:solidFill>
          </a:ln>
        </p:spPr>
      </p:sp>
      <p:sp>
        <p:nvSpPr>
          <p:cNvPr id="15" name="Wave line 3"/>
          <p:cNvSpPr/>
          <p:nvPr userDrawn="1"/>
        </p:nvSpPr>
        <p:spPr>
          <a:xfrm>
            <a:off x="0" y="0"/>
            <a:ext cx="12192000" cy="6858000"/>
          </a:xfrm>
          <a:custGeom>
            <a:avLst/>
            <a:gdLst/>
            <a:ahLst/>
            <a:cxnLst/>
            <a:rect l="0" t="0" r="r" b="b"/>
            <a:pathLst>
              <a:path w="16000" h="9000" fill="none">
                <a:moveTo>
                  <a:pt x="11883" y="0"/>
                </a:moveTo>
                <a:cubicBezTo>
                  <a:pt x="12419" y="1243"/>
                  <a:pt x="14517" y="3969"/>
                  <a:pt x="14517" y="5564"/>
                </a:cubicBezTo>
                <a:cubicBezTo>
                  <a:pt x="14517" y="7418"/>
                  <a:pt x="13822" y="8320"/>
                  <a:pt x="13312" y="9000"/>
                </a:cubicBezTo>
              </a:path>
            </a:pathLst>
          </a:custGeom>
          <a:noFill/>
          <a:ln w="18288">
            <a:solidFill>
              <a:schemeClr val="accent1"/>
            </a:solidFill>
          </a:ln>
        </p:spPr>
      </p:sp>
      <p:pic>
        <p:nvPicPr>
          <p:cNvPr id="16" name="Logo (primary)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731520" y="617220"/>
            <a:ext cx="1892198" cy="685800"/>
          </a:xfrm>
          <a:prstGeom prst="rect">
            <a:avLst/>
          </a:prstGeom>
        </p:spPr>
      </p:pic>
      <p:sp>
        <p:nvSpPr>
          <p:cNvPr id="17" name="Title tab"/>
          <p:cNvSpPr/>
          <p:nvPr userDrawn="1"/>
        </p:nvSpPr>
        <p:spPr>
          <a:xfrm>
            <a:off x="0" y="3154680"/>
            <a:ext cx="219456" cy="51435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</p:sp>
      <p:sp>
        <p:nvSpPr>
          <p:cNvPr id="18" name="Title 1"/>
          <p:cNvSpPr>
            <a:spLocks noGrp="1"/>
          </p:cNvSpPr>
          <p:nvPr>
            <p:ph type="title"/>
          </p:nvPr>
        </p:nvSpPr>
        <p:spPr>
          <a:xfrm>
            <a:off x="731520" y="1508760"/>
            <a:ext cx="7559040" cy="2263140"/>
          </a:xfrm>
          <a:prstGeom prst="rect">
            <a:avLst/>
          </a:prstGeom>
        </p:spPr>
        <p:txBody>
          <a:bodyPr vert="horz" lIns="0" tIns="0" rIns="0" bIns="0" anchor="b">
            <a:normAutofit/>
          </a:bodyPr>
          <a:lstStyle>
            <a:lvl1pPr algn="l">
              <a:lnSpc>
                <a:spcPct val="90000"/>
              </a:lnSpc>
              <a:defRPr sz="4366" b="1">
                <a:solidFill>
                  <a:srgbClr val="011837"/>
                </a:solidFill>
                <a:latin typeface="+mj-lt"/>
              </a:defRPr>
            </a:lvl1pPr>
          </a:lstStyle>
          <a:p>
            <a:r>
              <a:rPr lang="en-US"/>
              <a:t>Thank you</a:t>
            </a:r>
          </a:p>
        </p:txBody>
      </p:sp>
      <p:sp>
        <p:nvSpPr>
          <p:cNvPr id="19" name="Content Placeholder 2"/>
          <p:cNvSpPr>
            <a:spLocks noGrp="1"/>
          </p:cNvSpPr>
          <p:nvPr>
            <p:ph idx="1"/>
          </p:nvPr>
        </p:nvSpPr>
        <p:spPr>
          <a:xfrm>
            <a:off x="731520" y="3977640"/>
            <a:ext cx="7559040" cy="2057400"/>
          </a:xfrm>
          <a:prstGeom prst="rect">
            <a:avLst/>
          </a:prstGeom>
        </p:spPr>
        <p:txBody>
          <a:bodyPr vert="horz" lIns="0" tIns="0" rIns="0" bIns="0" anchor="t">
            <a:normAutofit/>
          </a:bodyPr>
          <a:lstStyle>
            <a:lvl1pPr>
              <a:defRPr sz="1679">
                <a:solidFill>
                  <a:srgbClr val="011837"/>
                </a:solidFill>
              </a:defRPr>
            </a:lvl1pPr>
            <a:lvl2pPr>
              <a:defRPr sz="1511">
                <a:solidFill>
                  <a:srgbClr val="011837"/>
                </a:solidFill>
              </a:defRPr>
            </a:lvl2pPr>
            <a:lvl3pPr>
              <a:defRPr sz="1360">
                <a:solidFill>
                  <a:srgbClr val="011837"/>
                </a:solidFill>
              </a:defRPr>
            </a:lvl3pPr>
          </a:lstStyle>
          <a:p>
            <a:r>
              <a:rPr lang="en-US"/>
              <a:t>Contact details</a:t>
            </a:r>
          </a:p>
        </p:txBody>
      </p:sp>
      <p:sp>
        <p:nvSpPr>
          <p:cNvPr id="20" name="Slide Number Placeholder"/>
          <p:cNvSpPr>
            <a:spLocks noGrp="1"/>
          </p:cNvSpPr>
          <p:nvPr>
            <p:ph type="sldNum" sz="quarter" idx="22"/>
          </p:nvPr>
        </p:nvSpPr>
        <p:spPr>
          <a:xfrm>
            <a:off x="12192" y="6480810"/>
            <a:ext cx="475488" cy="363474"/>
          </a:xfrm>
        </p:spPr>
        <p:txBody>
          <a:bodyPr anchor="ctr"/>
          <a:lstStyle>
            <a:lvl1pPr algn="ctr">
              <a:defRPr sz="1200" b="1">
                <a:solidFill>
                  <a:srgbClr val="011837"/>
                </a:solidFill>
              </a:defRPr>
            </a:lvl1pPr>
          </a:lstStyle>
          <a:p>
            <a:fld id="{C5EF2332-01BF-834F-8236-50238282D533}" type="slidenum">
              <a:rPr lang="en-US"/>
              <a:t>‹#›</a:t>
            </a:fld>
          </a:p>
        </p:txBody>
      </p:sp>
      <p:sp>
        <p:nvSpPr>
          <p:cNvPr id="21" name="Date Placeholder"/>
          <p:cNvSpPr>
            <a:spLocks noGrp="1"/>
          </p:cNvSpPr>
          <p:nvPr>
            <p:ph type="dt" sz="half" idx="20"/>
          </p:nvPr>
        </p:nvSpPr>
        <p:spPr>
          <a:xfrm>
            <a:off x="10436352" y="6556248"/>
            <a:ext cx="1377696" cy="185166"/>
          </a:xfrm>
          <a:prstGeom prst="rect">
            <a:avLst/>
          </a:prstGeom>
        </p:spPr>
        <p:txBody>
          <a:bodyPr vert="horz" lIns="0" tIns="0" rIns="0" bIns="0" anchor="ctr"/>
          <a:lstStyle>
            <a:lvl1pPr algn="r">
              <a:defRPr sz="900">
                <a:solidFill>
                  <a:srgbClr val="011837"/>
                </a:solidFill>
              </a:defRPr>
            </a:lvl1pPr>
          </a:lstStyle>
          <a:p>
            <a:r>
              <a:rPr lang="en-US"/>
              <a:t/>
            </a:r>
          </a:p>
        </p:txBody>
      </p:sp>
      <p:sp>
        <p:nvSpPr>
          <p:cNvPr id="22" name="Footer Placeholder"/>
          <p:cNvSpPr>
            <a:spLocks noGrp="1"/>
          </p:cNvSpPr>
          <p:nvPr>
            <p:ph type="ftr" sz="quarter" idx="21"/>
          </p:nvPr>
        </p:nvSpPr>
        <p:spPr>
          <a:xfrm>
            <a:off x="560832" y="6556248"/>
            <a:ext cx="4145280" cy="185166"/>
          </a:xfrm>
          <a:prstGeom prst="rect">
            <a:avLst/>
          </a:prstGeom>
        </p:spPr>
        <p:txBody>
          <a:bodyPr vert="horz" lIns="0" tIns="0" rIns="0" bIns="0" anchor="ctr"/>
          <a:lstStyle>
            <a:lvl1pPr algn="l">
              <a:defRPr sz="900">
                <a:solidFill>
                  <a:srgbClr val="011837"/>
                </a:solidFill>
              </a:defRPr>
            </a:lvl1pPr>
          </a:lstStyle>
          <a:p>
            <a:r>
              <a:rPr lang="en-US"/>
              <a:t/>
            </a:r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 showMasterSp="0">
  <p:cSld name="Title Slide (light)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Wave line 1"/>
          <p:cNvSpPr/>
          <p:nvPr userDrawn="1"/>
        </p:nvSpPr>
        <p:spPr>
          <a:xfrm>
            <a:off x="0" y="0"/>
            <a:ext cx="12192000" cy="6858000"/>
          </a:xfrm>
          <a:custGeom>
            <a:avLst/>
            <a:gdLst/>
            <a:ahLst/>
            <a:cxnLst/>
            <a:rect l="0" t="0" r="r" b="b"/>
            <a:pathLst>
              <a:path w="16000" h="9000" fill="none">
                <a:moveTo>
                  <a:pt x="10979" y="0"/>
                </a:moveTo>
                <a:cubicBezTo>
                  <a:pt x="11339" y="1778"/>
                  <a:pt x="12909" y="4468"/>
                  <a:pt x="12909" y="6089"/>
                </a:cubicBezTo>
                <a:cubicBezTo>
                  <a:pt x="12909" y="7867"/>
                  <a:pt x="12410" y="8713"/>
                  <a:pt x="12278" y="9000"/>
                </a:cubicBezTo>
              </a:path>
            </a:pathLst>
          </a:custGeom>
          <a:noFill/>
          <a:ln w="18288">
            <a:solidFill>
              <a:schemeClr val="accent1"/>
            </a:solidFill>
          </a:ln>
        </p:spPr>
      </p:sp>
      <p:sp>
        <p:nvSpPr>
          <p:cNvPr id="12" name="Wave line 2"/>
          <p:cNvSpPr/>
          <p:nvPr userDrawn="1"/>
        </p:nvSpPr>
        <p:spPr>
          <a:xfrm>
            <a:off x="0" y="0"/>
            <a:ext cx="12192000" cy="6858000"/>
          </a:xfrm>
          <a:custGeom>
            <a:avLst/>
            <a:gdLst/>
            <a:ahLst/>
            <a:cxnLst/>
            <a:rect l="0" t="0" r="r" b="b"/>
            <a:pathLst>
              <a:path w="16000" h="9000" fill="none">
                <a:moveTo>
                  <a:pt x="11421" y="0"/>
                </a:moveTo>
                <a:cubicBezTo>
                  <a:pt x="11843" y="1425"/>
                  <a:pt x="13712" y="4272"/>
                  <a:pt x="13712" y="5781"/>
                </a:cubicBezTo>
                <a:cubicBezTo>
                  <a:pt x="13712" y="7476"/>
                  <a:pt x="13258" y="8249"/>
                  <a:pt x="12800" y="9000"/>
                </a:cubicBezTo>
              </a:path>
            </a:pathLst>
          </a:custGeom>
          <a:noFill/>
          <a:ln w="18288">
            <a:solidFill>
              <a:schemeClr val="accent1"/>
            </a:solidFill>
          </a:ln>
        </p:spPr>
      </p:sp>
      <p:sp>
        <p:nvSpPr>
          <p:cNvPr id="13" name="Wave line 3"/>
          <p:cNvSpPr/>
          <p:nvPr userDrawn="1"/>
        </p:nvSpPr>
        <p:spPr>
          <a:xfrm>
            <a:off x="0" y="0"/>
            <a:ext cx="12192000" cy="6858000"/>
          </a:xfrm>
          <a:custGeom>
            <a:avLst/>
            <a:gdLst/>
            <a:ahLst/>
            <a:cxnLst/>
            <a:rect l="0" t="0" r="r" b="b"/>
            <a:pathLst>
              <a:path w="16000" h="9000" fill="none">
                <a:moveTo>
                  <a:pt x="11883" y="0"/>
                </a:moveTo>
                <a:cubicBezTo>
                  <a:pt x="12419" y="1243"/>
                  <a:pt x="14517" y="3969"/>
                  <a:pt x="14517" y="5564"/>
                </a:cubicBezTo>
                <a:cubicBezTo>
                  <a:pt x="14517" y="7418"/>
                  <a:pt x="13822" y="8320"/>
                  <a:pt x="13312" y="9000"/>
                </a:cubicBezTo>
              </a:path>
            </a:pathLst>
          </a:custGeom>
          <a:noFill/>
          <a:ln w="18288">
            <a:solidFill>
              <a:schemeClr val="accent1"/>
            </a:solidFill>
          </a:ln>
        </p:spPr>
      </p:sp>
      <p:pic>
        <p:nvPicPr>
          <p:cNvPr id="14" name="Logo (background)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731520" y="411480"/>
            <a:ext cx="1703222" cy="617220"/>
          </a:xfrm>
          <a:prstGeom prst="rect">
            <a:avLst/>
          </a:prstGeom>
        </p:spPr>
      </p:pic>
      <p:sp>
        <p:nvSpPr>
          <p:cNvPr id="15" name="Title tab"/>
          <p:cNvSpPr/>
          <p:nvPr userDrawn="1"/>
        </p:nvSpPr>
        <p:spPr>
          <a:xfrm>
            <a:off x="0" y="1748790"/>
            <a:ext cx="219456" cy="109728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</p:sp>
      <p:sp>
        <p:nvSpPr>
          <p:cNvPr id="16" name="Date"/>
          <p:cNvSpPr>
            <a:spLocks noGrp="1"/>
          </p:cNvSpPr>
          <p:nvPr>
            <p:ph type="dt" idx="20"/>
          </p:nvPr>
        </p:nvSpPr>
        <p:spPr>
          <a:xfrm>
            <a:off x="731520" y="1371600"/>
            <a:ext cx="6096000" cy="308610"/>
          </a:xfrm>
          <a:prstGeom prst="rect">
            <a:avLst/>
          </a:prstGeom>
        </p:spPr>
        <p:txBody>
          <a:bodyPr vert="horz" lIns="0" tIns="0" rIns="0" bIns="0" anchor="t">
            <a:normAutofit/>
          </a:bodyPr>
          <a:lstStyle>
            <a:lvl1pPr algn="l" marL="0" indent="0">
              <a:spcBef>
                <a:spcPts val="0"/>
              </a:spcBef>
              <a:buNone/>
              <a:defRPr sz="1008" b="1" cap="all">
                <a:solidFill>
                  <a:srgbClr val="00357A"/>
                </a:solidFill>
                <a:latin typeface="+mn-lt"/>
              </a:defRPr>
            </a:lvl1pPr>
          </a:lstStyle>
          <a:p>
            <a:fld id="{B6F15528-21DE-4FAA-801E-634DDDAF4B2B}" type="datetime1">
              <a:rPr lang="en-US"/>
              <a:t>Date</a:t>
            </a:fld>
          </a:p>
        </p:txBody>
      </p:sp>
      <p:sp>
        <p:nvSpPr>
          <p:cNvPr id="17" name="Title"/>
          <p:cNvSpPr>
            <a:spLocks noGrp="1"/>
          </p:cNvSpPr>
          <p:nvPr>
            <p:ph type="ctrTitle"/>
          </p:nvPr>
        </p:nvSpPr>
        <p:spPr>
          <a:xfrm>
            <a:off x="731520" y="1748790"/>
            <a:ext cx="6096000" cy="1097280"/>
          </a:xfrm>
          <a:prstGeom prst="rect">
            <a:avLst/>
          </a:prstGeom>
        </p:spPr>
        <p:txBody>
          <a:bodyPr vert="horz" lIns="0" tIns="0" rIns="0" bIns="0" anchor="t">
            <a:normAutofit/>
          </a:bodyPr>
          <a:lstStyle>
            <a:lvl1pPr algn="l" marL="0" indent="0">
              <a:spcBef>
                <a:spcPts val="0"/>
              </a:spcBef>
              <a:buNone/>
              <a:defRPr sz="3863" b="1">
                <a:solidFill>
                  <a:srgbClr val="00357A"/>
                </a:solidFill>
                <a:latin typeface="+mn-lt"/>
              </a:defRPr>
            </a:lvl1pPr>
          </a:lstStyle>
          <a:p>
            <a:r>
              <a:rPr lang="en-US"/>
              <a:t>Title</a:t>
            </a:r>
          </a:p>
        </p:txBody>
      </p:sp>
      <p:cxnSp>
        <p:nvCxnSpPr>
          <p:cNvPr id="18" name="Title rule"/>
          <p:cNvCxnSpPr/>
          <p:nvPr userDrawn="1"/>
        </p:nvCxnSpPr>
        <p:spPr>
          <a:xfrm>
            <a:off x="731520" y="3017520"/>
            <a:ext cx="1584960" cy="0"/>
          </a:xfrm>
          <a:prstGeom prst="line">
            <a:avLst/>
          </a:prstGeom>
          <a:ln w="22631">
            <a:solidFill>
              <a:schemeClr val="accent1"/>
            </a:solidFill>
          </a:ln>
        </p:spPr>
      </p:cxnSp>
      <p:sp>
        <p:nvSpPr>
          <p:cNvPr id="19" name="Subtitle"/>
          <p:cNvSpPr>
            <a:spLocks noGrp="1"/>
          </p:cNvSpPr>
          <p:nvPr>
            <p:ph type="subTitle" idx="1"/>
          </p:nvPr>
        </p:nvSpPr>
        <p:spPr>
          <a:xfrm>
            <a:off x="731520" y="3188970"/>
            <a:ext cx="6096000" cy="2708910"/>
          </a:xfrm>
          <a:prstGeom prst="rect">
            <a:avLst/>
          </a:prstGeom>
        </p:spPr>
        <p:txBody>
          <a:bodyPr vert="horz" lIns="0" tIns="0" rIns="0" bIns="0" anchor="t">
            <a:normAutofit/>
          </a:bodyPr>
          <a:lstStyle>
            <a:lvl1pPr algn="l" marL="0" indent="0">
              <a:spcBef>
                <a:spcPts val="0"/>
              </a:spcBef>
              <a:buNone/>
              <a:defRPr sz="1679" b="0">
                <a:solidFill>
                  <a:srgbClr val="00357A"/>
                </a:solidFill>
                <a:latin typeface="+mn-lt"/>
              </a:defRPr>
            </a:lvl1pPr>
          </a:lstStyle>
          <a:p>
            <a:r>
              <a:rPr lang="en-US"/>
              <a:t>Subtitle</a:t>
            </a:r>
          </a:p>
        </p:txBody>
      </p:sp>
      <p:sp>
        <p:nvSpPr>
          <p:cNvPr id="20" name="Slide Number Placeholder"/>
          <p:cNvSpPr>
            <a:spLocks noGrp="1"/>
          </p:cNvSpPr>
          <p:nvPr>
            <p:ph type="sldNum" sz="quarter" idx="22"/>
          </p:nvPr>
        </p:nvSpPr>
        <p:spPr>
          <a:xfrm>
            <a:off x="12192" y="6480810"/>
            <a:ext cx="475488" cy="363474"/>
          </a:xfrm>
        </p:spPr>
        <p:txBody>
          <a:bodyPr anchor="ctr"/>
          <a:lstStyle>
            <a:lvl1pPr algn="ctr">
              <a:defRPr sz="1200" b="1">
                <a:solidFill>
                  <a:srgbClr val="00357A"/>
                </a:solidFill>
              </a:defRPr>
            </a:lvl1pPr>
          </a:lstStyle>
          <a:p>
            <a:fld id="{C5EF2332-01BF-834F-8236-50238282D533}" type="slidenum">
              <a:rPr lang="en-US"/>
              <a:t>‹#›</a:t>
            </a:fld>
          </a:p>
        </p:txBody>
      </p:sp>
      <p:sp>
        <p:nvSpPr>
          <p:cNvPr id="22" name="Footer Placeholder"/>
          <p:cNvSpPr>
            <a:spLocks noGrp="1"/>
          </p:cNvSpPr>
          <p:nvPr>
            <p:ph type="ftr" sz="quarter" idx="21"/>
          </p:nvPr>
        </p:nvSpPr>
        <p:spPr>
          <a:xfrm>
            <a:off x="560832" y="6556248"/>
            <a:ext cx="4145280" cy="185166"/>
          </a:xfrm>
          <a:prstGeom prst="rect">
            <a:avLst/>
          </a:prstGeom>
        </p:spPr>
        <p:txBody>
          <a:bodyPr vert="horz" lIns="0" tIns="0" rIns="0" bIns="0" anchor="ctr"/>
          <a:lstStyle>
            <a:lvl1pPr algn="l">
              <a:defRPr sz="900">
                <a:solidFill>
                  <a:srgbClr val="00357A"/>
                </a:solidFill>
              </a:defRPr>
            </a:lvl1pPr>
          </a:lstStyle>
          <a:p>
            <a:r>
              <a:rPr lang="en-US"/>
              <a:t/>
            </a:r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 showMasterSp="0">
  <p:cSld name="Closing (light)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Wave line 1"/>
          <p:cNvSpPr/>
          <p:nvPr userDrawn="1"/>
        </p:nvSpPr>
        <p:spPr>
          <a:xfrm>
            <a:off x="0" y="0"/>
            <a:ext cx="12192000" cy="6858000"/>
          </a:xfrm>
          <a:custGeom>
            <a:avLst/>
            <a:gdLst/>
            <a:ahLst/>
            <a:cxnLst/>
            <a:rect l="0" t="0" r="r" b="b"/>
            <a:pathLst>
              <a:path w="16000" h="9000" fill="none">
                <a:moveTo>
                  <a:pt x="10979" y="0"/>
                </a:moveTo>
                <a:cubicBezTo>
                  <a:pt x="11339" y="1778"/>
                  <a:pt x="12909" y="4468"/>
                  <a:pt x="12909" y="6089"/>
                </a:cubicBezTo>
                <a:cubicBezTo>
                  <a:pt x="12909" y="7867"/>
                  <a:pt x="12410" y="8713"/>
                  <a:pt x="12278" y="9000"/>
                </a:cubicBezTo>
              </a:path>
            </a:pathLst>
          </a:custGeom>
          <a:noFill/>
          <a:ln w="18288">
            <a:solidFill>
              <a:schemeClr val="accent1"/>
            </a:solidFill>
          </a:ln>
        </p:spPr>
      </p:sp>
      <p:sp>
        <p:nvSpPr>
          <p:cNvPr id="12" name="Wave line 2"/>
          <p:cNvSpPr/>
          <p:nvPr userDrawn="1"/>
        </p:nvSpPr>
        <p:spPr>
          <a:xfrm>
            <a:off x="0" y="0"/>
            <a:ext cx="12192000" cy="6858000"/>
          </a:xfrm>
          <a:custGeom>
            <a:avLst/>
            <a:gdLst/>
            <a:ahLst/>
            <a:cxnLst/>
            <a:rect l="0" t="0" r="r" b="b"/>
            <a:pathLst>
              <a:path w="16000" h="9000" fill="none">
                <a:moveTo>
                  <a:pt x="11421" y="0"/>
                </a:moveTo>
                <a:cubicBezTo>
                  <a:pt x="11843" y="1425"/>
                  <a:pt x="13712" y="4272"/>
                  <a:pt x="13712" y="5781"/>
                </a:cubicBezTo>
                <a:cubicBezTo>
                  <a:pt x="13712" y="7476"/>
                  <a:pt x="13258" y="8249"/>
                  <a:pt x="12800" y="9000"/>
                </a:cubicBezTo>
              </a:path>
            </a:pathLst>
          </a:custGeom>
          <a:noFill/>
          <a:ln w="18288">
            <a:solidFill>
              <a:schemeClr val="accent1"/>
            </a:solidFill>
          </a:ln>
        </p:spPr>
      </p:sp>
      <p:sp>
        <p:nvSpPr>
          <p:cNvPr id="13" name="Wave line 3"/>
          <p:cNvSpPr/>
          <p:nvPr userDrawn="1"/>
        </p:nvSpPr>
        <p:spPr>
          <a:xfrm>
            <a:off x="0" y="0"/>
            <a:ext cx="12192000" cy="6858000"/>
          </a:xfrm>
          <a:custGeom>
            <a:avLst/>
            <a:gdLst/>
            <a:ahLst/>
            <a:cxnLst/>
            <a:rect l="0" t="0" r="r" b="b"/>
            <a:pathLst>
              <a:path w="16000" h="9000" fill="none">
                <a:moveTo>
                  <a:pt x="11883" y="0"/>
                </a:moveTo>
                <a:cubicBezTo>
                  <a:pt x="12419" y="1243"/>
                  <a:pt x="14517" y="3969"/>
                  <a:pt x="14517" y="5564"/>
                </a:cubicBezTo>
                <a:cubicBezTo>
                  <a:pt x="14517" y="7418"/>
                  <a:pt x="13822" y="8320"/>
                  <a:pt x="13312" y="9000"/>
                </a:cubicBezTo>
              </a:path>
            </a:pathLst>
          </a:custGeom>
          <a:noFill/>
          <a:ln w="18288">
            <a:solidFill>
              <a:schemeClr val="accent1"/>
            </a:solidFill>
          </a:ln>
        </p:spPr>
      </p:sp>
      <p:pic>
        <p:nvPicPr>
          <p:cNvPr id="14" name="Logo (background)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731520" y="617220"/>
            <a:ext cx="1892198" cy="685800"/>
          </a:xfrm>
          <a:prstGeom prst="rect">
            <a:avLst/>
          </a:prstGeom>
        </p:spPr>
      </p:pic>
      <p:sp>
        <p:nvSpPr>
          <p:cNvPr id="15" name="Title tab"/>
          <p:cNvSpPr/>
          <p:nvPr userDrawn="1"/>
        </p:nvSpPr>
        <p:spPr>
          <a:xfrm>
            <a:off x="0" y="3154680"/>
            <a:ext cx="219456" cy="51435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</p:sp>
      <p:sp>
        <p:nvSpPr>
          <p:cNvPr id="16" name="Title 1"/>
          <p:cNvSpPr>
            <a:spLocks noGrp="1"/>
          </p:cNvSpPr>
          <p:nvPr>
            <p:ph type="title"/>
          </p:nvPr>
        </p:nvSpPr>
        <p:spPr>
          <a:xfrm>
            <a:off x="731520" y="1508760"/>
            <a:ext cx="7559040" cy="2263140"/>
          </a:xfrm>
          <a:prstGeom prst="rect">
            <a:avLst/>
          </a:prstGeom>
        </p:spPr>
        <p:txBody>
          <a:bodyPr vert="horz" lIns="0" tIns="0" rIns="0" bIns="0" anchor="b">
            <a:normAutofit/>
          </a:bodyPr>
          <a:lstStyle>
            <a:lvl1pPr algn="l">
              <a:lnSpc>
                <a:spcPct val="90000"/>
              </a:lnSpc>
              <a:defRPr sz="4366" b="1">
                <a:solidFill>
                  <a:srgbClr val="00357A"/>
                </a:solidFill>
                <a:latin typeface="+mj-lt"/>
              </a:defRPr>
            </a:lvl1pPr>
          </a:lstStyle>
          <a:p>
            <a:r>
              <a:rPr lang="en-US"/>
              <a:t>Thank you</a:t>
            </a:r>
          </a:p>
        </p:txBody>
      </p:sp>
      <p:sp>
        <p:nvSpPr>
          <p:cNvPr id="17" name="Content Placeholder 2"/>
          <p:cNvSpPr>
            <a:spLocks noGrp="1"/>
          </p:cNvSpPr>
          <p:nvPr>
            <p:ph idx="1"/>
          </p:nvPr>
        </p:nvSpPr>
        <p:spPr>
          <a:xfrm>
            <a:off x="731520" y="3977640"/>
            <a:ext cx="7559040" cy="2057400"/>
          </a:xfrm>
          <a:prstGeom prst="rect">
            <a:avLst/>
          </a:prstGeom>
        </p:spPr>
        <p:txBody>
          <a:bodyPr vert="horz" lIns="0" tIns="0" rIns="0" bIns="0" anchor="t">
            <a:normAutofit/>
          </a:bodyPr>
          <a:lstStyle>
            <a:lvl1pPr>
              <a:defRPr sz="1679">
                <a:solidFill>
                  <a:srgbClr val="00357A"/>
                </a:solidFill>
              </a:defRPr>
            </a:lvl1pPr>
            <a:lvl2pPr>
              <a:defRPr sz="1511">
                <a:solidFill>
                  <a:srgbClr val="00357A"/>
                </a:solidFill>
              </a:defRPr>
            </a:lvl2pPr>
            <a:lvl3pPr>
              <a:defRPr sz="1360">
                <a:solidFill>
                  <a:srgbClr val="00357A"/>
                </a:solidFill>
              </a:defRPr>
            </a:lvl3pPr>
          </a:lstStyle>
          <a:p>
            <a:r>
              <a:rPr lang="en-US"/>
              <a:t>Contact details</a:t>
            </a:r>
          </a:p>
        </p:txBody>
      </p:sp>
      <p:sp>
        <p:nvSpPr>
          <p:cNvPr id="18" name="Slide Number Placeholder"/>
          <p:cNvSpPr>
            <a:spLocks noGrp="1"/>
          </p:cNvSpPr>
          <p:nvPr>
            <p:ph type="sldNum" sz="quarter" idx="22"/>
          </p:nvPr>
        </p:nvSpPr>
        <p:spPr>
          <a:xfrm>
            <a:off x="12192" y="6480810"/>
            <a:ext cx="475488" cy="363474"/>
          </a:xfrm>
        </p:spPr>
        <p:txBody>
          <a:bodyPr anchor="ctr"/>
          <a:lstStyle>
            <a:lvl1pPr algn="ctr">
              <a:defRPr sz="1200" b="1">
                <a:solidFill>
                  <a:srgbClr val="00357A"/>
                </a:solidFill>
              </a:defRPr>
            </a:lvl1pPr>
          </a:lstStyle>
          <a:p>
            <a:fld id="{C5EF2332-01BF-834F-8236-50238282D533}" type="slidenum">
              <a:rPr lang="en-US"/>
              <a:t>‹#›</a:t>
            </a:fld>
          </a:p>
        </p:txBody>
      </p:sp>
      <p:sp>
        <p:nvSpPr>
          <p:cNvPr id="19" name="Date Placeholder"/>
          <p:cNvSpPr>
            <a:spLocks noGrp="1"/>
          </p:cNvSpPr>
          <p:nvPr>
            <p:ph type="dt" sz="half" idx="20"/>
          </p:nvPr>
        </p:nvSpPr>
        <p:spPr>
          <a:xfrm>
            <a:off x="10436352" y="6556248"/>
            <a:ext cx="1377696" cy="185166"/>
          </a:xfrm>
          <a:prstGeom prst="rect">
            <a:avLst/>
          </a:prstGeom>
        </p:spPr>
        <p:txBody>
          <a:bodyPr vert="horz" lIns="0" tIns="0" rIns="0" bIns="0" anchor="ctr"/>
          <a:lstStyle>
            <a:lvl1pPr algn="r">
              <a:defRPr sz="900">
                <a:solidFill>
                  <a:srgbClr val="00357A"/>
                </a:solidFill>
              </a:defRPr>
            </a:lvl1pPr>
          </a:lstStyle>
          <a:p>
            <a:r>
              <a:rPr lang="en-US"/>
              <a:t/>
            </a:r>
          </a:p>
        </p:txBody>
      </p:sp>
      <p:sp>
        <p:nvSpPr>
          <p:cNvPr id="20" name="Footer Placeholder"/>
          <p:cNvSpPr>
            <a:spLocks noGrp="1"/>
          </p:cNvSpPr>
          <p:nvPr>
            <p:ph type="ftr" sz="quarter" idx="21"/>
          </p:nvPr>
        </p:nvSpPr>
        <p:spPr>
          <a:xfrm>
            <a:off x="560832" y="6556248"/>
            <a:ext cx="4145280" cy="185166"/>
          </a:xfrm>
          <a:prstGeom prst="rect">
            <a:avLst/>
          </a:prstGeom>
        </p:spPr>
        <p:txBody>
          <a:bodyPr vert="horz" lIns="0" tIns="0" rIns="0" bIns="0" anchor="ctr"/>
          <a:lstStyle>
            <a:lvl1pPr algn="l">
              <a:defRPr sz="900">
                <a:solidFill>
                  <a:srgbClr val="00357A"/>
                </a:solidFill>
              </a:defRPr>
            </a:lvl1pPr>
          </a:lstStyle>
          <a:p>
            <a:r>
              <a:rPr lang="en-US"/>
              <a:t/>
            </a:r>
          </a:p>
        </p:txBody>
      </p:sp>
    </p:spTree>
  </p:cSld>
  <p:clrMapOvr>
    <a:masterClrMapping/>
  </p:clrMapOvr>
</p:sldLayout>
</file>

<file path=ppt/slideMasters/_rels/slideMaster1.xml.rels><?xml version="1.0" encoding="UTF-8" standalone="yes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image" Target="../media/image1.png"/><Relationship Id="rId10" Type="http://schemas.openxmlformats.org/officeDocument/2006/relationships/slideLayout" Target="../slideLayouts/slideLayout1.xml"/><Relationship Id="rId11" Type="http://schemas.openxmlformats.org/officeDocument/2006/relationships/slideLayout" Target="../slideLayouts/slideLayout2.xml"/><Relationship Id="rId12" Type="http://schemas.openxmlformats.org/officeDocument/2006/relationships/slideLayout" Target="../slideLayouts/slideLayout3.xml"/><Relationship Id="rId13" Type="http://schemas.openxmlformats.org/officeDocument/2006/relationships/slideLayout" Target="../slideLayouts/slideLayout4.xml"/><Relationship Id="rId14" Type="http://schemas.openxmlformats.org/officeDocument/2006/relationships/slideLayout" Target="../slideLayouts/slideLayout5.xml"/><Relationship Id="rId15" Type="http://schemas.openxmlformats.org/officeDocument/2006/relationships/slideLayout" Target="../slideLayouts/slideLayout6.xml"/><Relationship Id="rId16" Type="http://schemas.openxmlformats.org/officeDocument/2006/relationships/slideLayout" Target="../slideLayouts/slideLayout7.xml"/><Relationship Id="rId17" Type="http://schemas.openxmlformats.org/officeDocument/2006/relationships/slideLayout" Target="../slideLayouts/slideLayout8.xml"/><Relationship Id="rId18" Type="http://schemas.openxmlformats.org/officeDocument/2006/relationships/slideLayout" Target="../slideLayouts/slideLayout9.xml"/><Relationship Id="rId19" Type="http://schemas.openxmlformats.org/officeDocument/2006/relationships/slideLayout" Target="../slideLayouts/slideLayout10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Wave line 1"/>
          <p:cNvSpPr/>
          <p:nvPr userDrawn="1"/>
        </p:nvSpPr>
        <p:spPr>
          <a:xfrm>
            <a:off x="0" y="0"/>
            <a:ext cx="12192000" cy="6858000"/>
          </a:xfrm>
          <a:custGeom>
            <a:avLst/>
            <a:gdLst/>
            <a:ahLst/>
            <a:cxnLst/>
            <a:rect l="0" t="0" r="r" b="b"/>
            <a:pathLst>
              <a:path w="16000" h="9000" fill="none">
                <a:moveTo>
                  <a:pt x="12099" y="0"/>
                </a:moveTo>
                <a:cubicBezTo>
                  <a:pt x="12459" y="1778"/>
                  <a:pt x="14029" y="4468"/>
                  <a:pt x="14029" y="6089"/>
                </a:cubicBezTo>
                <a:cubicBezTo>
                  <a:pt x="14029" y="7867"/>
                  <a:pt x="13530" y="8713"/>
                  <a:pt x="13398" y="9000"/>
                </a:cubicBezTo>
              </a:path>
            </a:pathLst>
          </a:custGeom>
          <a:noFill/>
          <a:ln w="18288">
            <a:solidFill>
              <a:schemeClr val="lt2"/>
            </a:solidFill>
          </a:ln>
        </p:spPr>
      </p:sp>
      <p:sp>
        <p:nvSpPr>
          <p:cNvPr id="16" name="Wave line 2"/>
          <p:cNvSpPr/>
          <p:nvPr userDrawn="1"/>
        </p:nvSpPr>
        <p:spPr>
          <a:xfrm>
            <a:off x="0" y="0"/>
            <a:ext cx="12192000" cy="6858000"/>
          </a:xfrm>
          <a:custGeom>
            <a:avLst/>
            <a:gdLst/>
            <a:ahLst/>
            <a:cxnLst/>
            <a:rect l="0" t="0" r="r" b="b"/>
            <a:pathLst>
              <a:path w="16000" h="9000" fill="none">
                <a:moveTo>
                  <a:pt x="12541" y="0"/>
                </a:moveTo>
                <a:cubicBezTo>
                  <a:pt x="12963" y="1425"/>
                  <a:pt x="14832" y="4272"/>
                  <a:pt x="14832" y="5781"/>
                </a:cubicBezTo>
                <a:cubicBezTo>
                  <a:pt x="14832" y="7476"/>
                  <a:pt x="14378" y="8249"/>
                  <a:pt x="13920" y="9000"/>
                </a:cubicBezTo>
              </a:path>
            </a:pathLst>
          </a:custGeom>
          <a:noFill/>
          <a:ln w="18288">
            <a:solidFill>
              <a:schemeClr val="lt2"/>
            </a:solidFill>
          </a:ln>
        </p:spPr>
      </p:sp>
      <p:sp>
        <p:nvSpPr>
          <p:cNvPr id="17" name="Wave line 3"/>
          <p:cNvSpPr/>
          <p:nvPr userDrawn="1"/>
        </p:nvSpPr>
        <p:spPr>
          <a:xfrm>
            <a:off x="0" y="0"/>
            <a:ext cx="12192000" cy="6858000"/>
          </a:xfrm>
          <a:custGeom>
            <a:avLst/>
            <a:gdLst/>
            <a:ahLst/>
            <a:cxnLst/>
            <a:rect l="0" t="0" r="r" b="b"/>
            <a:pathLst>
              <a:path w="16000" h="9000" fill="none">
                <a:moveTo>
                  <a:pt x="13003" y="0"/>
                </a:moveTo>
                <a:cubicBezTo>
                  <a:pt x="13539" y="1243"/>
                  <a:pt x="15637" y="3969"/>
                  <a:pt x="15637" y="5564"/>
                </a:cubicBezTo>
                <a:cubicBezTo>
                  <a:pt x="15637" y="7418"/>
                  <a:pt x="14942" y="8320"/>
                  <a:pt x="14432" y="9000"/>
                </a:cubicBezTo>
              </a:path>
            </a:pathLst>
          </a:custGeom>
          <a:noFill/>
          <a:ln w="18288">
            <a:solidFill>
              <a:schemeClr val="lt2"/>
            </a:solidFill>
          </a:ln>
        </p:spPr>
      </p:sp>
      <p:sp>
        <p:nvSpPr>
          <p:cNvPr id="11" name="Title tab"/>
          <p:cNvSpPr/>
          <p:nvPr userDrawn="1"/>
        </p:nvSpPr>
        <p:spPr>
          <a:xfrm>
            <a:off x="0" y="336042"/>
            <a:ext cx="219456" cy="654253"/>
          </a:xfrm>
          <a:prstGeom prst="rect">
            <a:avLst/>
          </a:prstGeom>
          <a:solidFill>
            <a:schemeClr val="accent4"/>
          </a:solidFill>
          <a:ln>
            <a:noFill/>
          </a:ln>
        </p:spPr>
      </p:sp>
      <p:cxnSp>
        <p:nvCxnSpPr>
          <p:cNvPr id="12" name="Title rule"/>
          <p:cNvCxnSpPr/>
          <p:nvPr userDrawn="1"/>
        </p:nvCxnSpPr>
        <p:spPr>
          <a:xfrm>
            <a:off x="731520" y="990295"/>
            <a:ext cx="10728960" cy="0"/>
          </a:xfrm>
          <a:prstGeom prst="line">
            <a:avLst/>
          </a:prstGeom>
          <a:ln w="9525">
            <a:solidFill>
              <a:schemeClr val="tx1">
                <a:alpha val="30000"/>
              </a:schemeClr>
            </a:solidFill>
          </a:ln>
        </p:spPr>
      </p:cxnSp>
      <p:sp>
        <p:nvSpPr>
          <p:cNvPr id="13" name="Title Placeholder"/>
          <p:cNvSpPr>
            <a:spLocks noGrp="1"/>
          </p:cNvSpPr>
          <p:nvPr>
            <p:ph type="title"/>
          </p:nvPr>
        </p:nvSpPr>
        <p:spPr>
          <a:xfrm>
            <a:off x="731520" y="336042"/>
            <a:ext cx="9205633" cy="654253"/>
          </a:xfrm>
          <a:prstGeom prst="rect">
            <a:avLst/>
          </a:prstGeom>
        </p:spPr>
        <p:txBody>
          <a:bodyPr vert="horz" lIns="0" tIns="0" rIns="0" bIns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14" name="Text Placeholder"/>
          <p:cNvSpPr>
            <a:spLocks noGrp="1"/>
          </p:cNvSpPr>
          <p:nvPr>
            <p:ph type="body" idx="1"/>
          </p:nvPr>
        </p:nvSpPr>
        <p:spPr>
          <a:xfrm>
            <a:off x="731520" y="1143229"/>
            <a:ext cx="10728960" cy="5181219"/>
          </a:xfrm>
          <a:prstGeom prst="rect">
            <a:avLst/>
          </a:prstGeom>
        </p:spPr>
        <p:txBody>
          <a:bodyPr vert="horz" lIns="0" tIns="45720" rIns="0" bIns="4572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9" name="Slide Number Placeholder"/>
          <p:cNvSpPr>
            <a:spLocks noGrp="1"/>
          </p:cNvSpPr>
          <p:nvPr>
            <p:ph type="sldNum" sz="quarter" idx="22"/>
          </p:nvPr>
        </p:nvSpPr>
        <p:spPr>
          <a:xfrm>
            <a:off x="12192" y="6480810"/>
            <a:ext cx="475488" cy="363474"/>
          </a:xfrm>
        </p:spPr>
        <p:txBody>
          <a:bodyPr anchor="ctr"/>
          <a:lstStyle>
            <a:lvl1pPr algn="ctr">
              <a:defRPr sz="1200" b="1">
                <a:solidFill>
                  <a:schemeClr val="tx1"/>
                </a:solidFill>
              </a:defRPr>
            </a:lvl1pPr>
          </a:lstStyle>
          <a:p>
            <a:fld id="{C5EF2332-01BF-834F-8236-50238282D533}" type="slidenum">
              <a:rPr lang="en-US"/>
              <a:t>‹#›</a:t>
            </a:fld>
          </a:p>
        </p:txBody>
      </p:sp>
      <p:sp>
        <p:nvSpPr>
          <p:cNvPr id="20" name="Date Placeholder"/>
          <p:cNvSpPr>
            <a:spLocks noGrp="1"/>
          </p:cNvSpPr>
          <p:nvPr>
            <p:ph type="dt" sz="half" idx="20"/>
          </p:nvPr>
        </p:nvSpPr>
        <p:spPr>
          <a:xfrm>
            <a:off x="10436352" y="6556248"/>
            <a:ext cx="1377696" cy="185166"/>
          </a:xfrm>
          <a:prstGeom prst="rect">
            <a:avLst/>
          </a:prstGeom>
        </p:spPr>
        <p:txBody>
          <a:bodyPr vert="horz" lIns="0" tIns="0" rIns="0" bIns="0" anchor="ctr"/>
          <a:lstStyle>
            <a:lvl1pPr algn="r">
              <a:defRPr sz="900">
                <a:solidFill>
                  <a:schemeClr val="tx1"/>
                </a:solidFill>
              </a:defRPr>
            </a:lvl1pPr>
          </a:lstStyle>
          <a:p>
            <a:r>
              <a:rPr lang="en-US"/>
              <a:t/>
            </a:r>
          </a:p>
        </p:txBody>
      </p:sp>
      <p:sp>
        <p:nvSpPr>
          <p:cNvPr id="21" name="Footer Placeholder"/>
          <p:cNvSpPr>
            <a:spLocks noGrp="1"/>
          </p:cNvSpPr>
          <p:nvPr>
            <p:ph type="ftr" sz="quarter" idx="21"/>
          </p:nvPr>
        </p:nvSpPr>
        <p:spPr>
          <a:xfrm>
            <a:off x="560832" y="6556248"/>
            <a:ext cx="4145280" cy="185166"/>
          </a:xfrm>
          <a:prstGeom prst="rect">
            <a:avLst/>
          </a:prstGeom>
        </p:spPr>
        <p:txBody>
          <a:bodyPr vert="horz" lIns="0" tIns="0" rIns="0" bIns="0" anchor="ctr"/>
          <a:lstStyle>
            <a:lvl1pPr algn="l">
              <a:defRPr sz="900">
                <a:solidFill>
                  <a:schemeClr val="tx1"/>
                </a:solidFill>
              </a:defRPr>
            </a:lvl1pPr>
          </a:lstStyle>
          <a:p>
            <a:r>
              <a:rPr lang="en-US"/>
              <a:t/>
            </a:r>
          </a:p>
        </p:txBody>
      </p:sp>
      <p:pic>
        <p:nvPicPr>
          <p:cNvPr id="18" name="Logo (light)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241953" y="365531"/>
            <a:ext cx="1218527" cy="441655"/>
          </a:xfrm>
          <a:prstGeom prst="rect">
            <a:avLst/>
          </a:prstGeom>
        </p:spPr>
      </p:pic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0"/>
    <p:sldLayoutId id="2147483650" r:id="rId11"/>
    <p:sldLayoutId id="2147483651" r:id="rId12"/>
    <p:sldLayoutId id="2147483652" r:id="rId13"/>
    <p:sldLayoutId id="2147483653" r:id="rId14"/>
    <p:sldLayoutId id="2147483654" r:id="rId15"/>
    <p:sldLayoutId id="2147483655" r:id="rId16"/>
    <p:sldLayoutId id="2147483656" r:id="rId17"/>
    <p:sldLayoutId id="2147483657" r:id="rId18"/>
    <p:sldLayoutId id="2147483658" r:id="rId19"/>
  </p:sldLayoutIdLst>
  <p:txStyles>
    <p:titleStyle>
      <a:lvl1pPr algn="l" defTabSz="457200" rtl="0" eaLnBrk="1" latinLnBrk="0" hangingPunct="1">
        <a:spcBef>
          <a:spcPct val="0"/>
        </a:spcBef>
        <a:buNone/>
        <a:defRPr sz="2759" b="1" kern="1200" baseline="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457200" rtl="0" eaLnBrk="1" latinLnBrk="0" hangingPunct="1">
        <a:lnSpc>
          <a:spcPct val="100000"/>
        </a:lnSpc>
        <a:spcBef>
          <a:spcPts val="840"/>
        </a:spcBef>
        <a:buFont typeface="Arial"/>
        <a:buChar char="•"/>
        <a:defRPr sz="1679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indent="-228600" algn="l" defTabSz="457200" rtl="0" eaLnBrk="1" latinLnBrk="0" hangingPunct="1">
        <a:lnSpc>
          <a:spcPct val="100000"/>
        </a:lnSpc>
        <a:spcBef>
          <a:spcPts val="504"/>
        </a:spcBef>
        <a:buFont typeface="Wingdings"/>
        <a:buChar char="§"/>
        <a:defRPr sz="1511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indent="-228600" algn="l" defTabSz="457200" rtl="0" eaLnBrk="1" latinLnBrk="0" hangingPunct="1">
        <a:lnSpc>
          <a:spcPct val="100000"/>
        </a:lnSpc>
        <a:spcBef>
          <a:spcPts val="504"/>
        </a:spcBef>
        <a:buFont typeface="Courier New"/>
        <a:buChar char="o"/>
        <a:defRPr sz="1360" kern="1200">
          <a:solidFill>
            <a:schemeClr val="tx1"/>
          </a:solidFill>
          <a:latin typeface="+mn-lt"/>
          <a:ea typeface="+mn-ea"/>
          <a:cs typeface="+mn-cs"/>
        </a:defRPr>
      </a:lvl3pPr>
      <a:lvl4pPr marL="914400" indent="-228600" algn="l" defTabSz="457200" rtl="0" eaLnBrk="1" latinLnBrk="0" hangingPunct="1">
        <a:lnSpc>
          <a:spcPct val="100000"/>
        </a:lnSpc>
        <a:spcBef>
          <a:spcPts val="504"/>
        </a:spcBef>
        <a:buFont typeface="Arial"/>
        <a:buChar char="–"/>
        <a:defRPr sz="1224" kern="1200">
          <a:solidFill>
            <a:schemeClr val="tx1"/>
          </a:solidFill>
          <a:latin typeface="+mn-lt"/>
          <a:ea typeface="+mn-ea"/>
          <a:cs typeface="+mn-cs"/>
        </a:defRPr>
      </a:lvl4pPr>
      <a:lvl5pPr marL="1143000" indent="-228600" algn="l" defTabSz="457200" rtl="0" eaLnBrk="1" latinLnBrk="0" hangingPunct="1">
        <a:lnSpc>
          <a:spcPct val="100000"/>
        </a:lnSpc>
        <a:spcBef>
          <a:spcPts val="504"/>
        </a:spcBef>
        <a:buFont typeface="Arial"/>
        <a:buChar char="»"/>
        <a:defRPr sz="1102" kern="1200">
          <a:solidFill>
            <a:schemeClr val="tx1"/>
          </a:solidFill>
          <a:latin typeface="+mn-lt"/>
          <a:ea typeface="+mn-ea"/>
          <a:cs typeface="+mn-cs"/>
        </a:defRPr>
      </a:lvl5pPr>
      <a:lvl6pPr marL="1371600" indent="-228600" algn="l">
        <a:defRPr sz="1102" kern="1200">
          <a:solidFill>
            <a:schemeClr val="tx1"/>
          </a:solidFill>
          <a:latin typeface="+mn-lt"/>
        </a:defRPr>
      </a:lvl6pPr>
      <a:lvl7pPr marL="1600200" indent="-228600" algn="l">
        <a:defRPr sz="1102" kern="1200">
          <a:solidFill>
            <a:schemeClr val="tx1"/>
          </a:solidFill>
          <a:latin typeface="+mn-lt"/>
        </a:defRPr>
      </a:lvl7pPr>
      <a:lvl8pPr marL="1828800" indent="-228600" algn="l">
        <a:defRPr sz="1102" kern="1200">
          <a:solidFill>
            <a:schemeClr val="tx1"/>
          </a:solidFill>
          <a:latin typeface="+mn-lt"/>
        </a:defRPr>
      </a:lvl8pPr>
      <a:lvl9pPr marL="2057400" indent="-228600" algn="l">
        <a:defRPr sz="1102" kern="1200">
          <a:solidFill>
            <a:schemeClr val="tx1"/>
          </a:solidFill>
          <a:latin typeface="+mn-lt"/>
        </a:defRPr>
      </a:lvl9pPr>
    </p:bodyStyle>
    <p:otherStyle>
      <a:defPPr>
        <a:defRPr lang="en-US"/>
      </a:defPPr>
      <a:lvl1pPr marL="0" algn="l" defTabSz="457200">
        <a:defRPr sz="1427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>
        <a:defRPr sz="1427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>
        <a:defRPr sz="1427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>
        <a:defRPr sz="1427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>
        <a:defRPr sz="1427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>
        <a:defRPr sz="1427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>
        <a:defRPr sz="1427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>
        <a:defRPr sz="1427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>
        <a:defRPr sz="1427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theme/theme1.xml><?xml version="1.0" encoding="utf-8"?>
<a:theme xmlns:a="http://schemas.openxmlformats.org/drawingml/2006/main" name="ucp">
  <a:themeElements>
    <a:clrScheme name="ucp">
      <a:dk1>
        <a:srgbClr val="00357A"/>
      </a:dk1>
      <a:lt1>
        <a:srgbClr val="FFFFFF"/>
      </a:lt1>
      <a:dk2>
        <a:srgbClr val="00A2B4"/>
      </a:dk2>
      <a:lt2>
        <a:srgbClr val="F1F0EE"/>
      </a:lt2>
      <a:accent1>
        <a:srgbClr val="34E1F4"/>
      </a:accent1>
      <a:accent2>
        <a:srgbClr val="00818F"/>
      </a:accent2>
      <a:accent3>
        <a:srgbClr val="011837"/>
      </a:accent3>
      <a:accent4>
        <a:srgbClr val="FFDD31"/>
      </a:accent4>
      <a:accent5>
        <a:srgbClr val="FFDD31"/>
      </a:accent5>
      <a:accent6>
        <a:srgbClr val="00818F"/>
      </a:accent6>
      <a:hlink>
        <a:srgbClr val="00A2B4"/>
      </a:hlink>
      <a:folHlink>
        <a:srgbClr val="00818F"/>
      </a:folHlink>
    </a:clrScheme>
    <a:fontScheme name="Poppins">
      <a:majorFont>
        <a:latin typeface="Poppins"/>
        <a:ea typeface=""/>
        <a:cs typeface=""/>
      </a:majorFont>
      <a:minorFont>
        <a:latin typeface="Poppins"/>
        <a:ea typeface=""/>
        <a:cs typeface=""/>
      </a:minorFont>
    </a:fontScheme>
    <a:fmtScheme name="Office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>
          <a:solidFill>
            <a:schemeClr val="phClr"/>
          </a:solidFill>
        </a:ln>
        <a:ln w="12700">
          <a:solidFill>
            <a:schemeClr val="phClr"/>
          </a:solidFill>
        </a:ln>
        <a:ln w="19050">
          <a:solidFill>
            <a:schemeClr val="phClr"/>
          </a:solidFill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Application>Microsoft Office PowerPoint</Application>
  <Slides>0</Slide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ucp template</dc:title>
  <dc:creator>livery_template.py</dc:creator>
</cp:coreProperties>
</file>