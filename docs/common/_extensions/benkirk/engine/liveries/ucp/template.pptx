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/>
  <p:notesSz cx="6858000" cy="9144000"/>
  <p:defaultTextStyle>
    <a:defPPr>
      <a:defRPr lang="en-US"/>
    </a:def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  <a:lnTo>
                  <a:pt x="12800" y="9000"/>
                </a:lnTo>
                <a:cubicBezTo>
                  <a:pt x="13258" y="8249"/>
                  <a:pt x="13712" y="7476"/>
                  <a:pt x="13712" y="5781"/>
                </a:cubicBezTo>
                <a:cubicBezTo>
                  <a:pt x="13712" y="4272"/>
                  <a:pt x="11843" y="1425"/>
                  <a:pt x="1142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  <a:lnTo>
                  <a:pt x="13312" y="9000"/>
                </a:lnTo>
                <a:cubicBezTo>
                  <a:pt x="13822" y="8320"/>
                  <a:pt x="14517" y="7418"/>
                  <a:pt x="14517" y="5564"/>
                </a:cubicBezTo>
                <a:cubicBezTo>
                  <a:pt x="14517" y="3969"/>
                  <a:pt x="12419" y="1243"/>
                  <a:pt x="1188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0979" y="0"/>
                </a:moveTo>
                <a:cubicBezTo>
                  <a:pt x="11339" y="1778"/>
                  <a:pt x="12909" y="4468"/>
                  <a:pt x="12909" y="6089"/>
                </a:cubicBezTo>
                <a:cubicBezTo>
                  <a:pt x="12909" y="7867"/>
                  <a:pt x="12410" y="8713"/>
                  <a:pt x="1227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421" y="0"/>
                </a:moveTo>
                <a:cubicBezTo>
                  <a:pt x="11843" y="1425"/>
                  <a:pt x="13712" y="4272"/>
                  <a:pt x="13712" y="5781"/>
                </a:cubicBezTo>
                <a:cubicBezTo>
                  <a:pt x="13712" y="7476"/>
                  <a:pt x="13258" y="8249"/>
                  <a:pt x="1280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883" y="0"/>
                </a:moveTo>
                <a:cubicBezTo>
                  <a:pt x="12419" y="1243"/>
                  <a:pt x="14517" y="3969"/>
                  <a:pt x="14517" y="5564"/>
                </a:cubicBezTo>
                <a:cubicBezTo>
                  <a:pt x="14517" y="7418"/>
                  <a:pt x="13822" y="8320"/>
                  <a:pt x="1331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411480"/>
            <a:ext cx="1702910" cy="617220"/>
          </a:xfrm>
          <a:prstGeom prst="rect">
            <a:avLst/>
          </a:prstGeom>
        </p:spPr>
      </p:pic>
      <p:sp>
        <p:nvSpPr>
          <p:cNvPr id="17" name="Title tab"/>
          <p:cNvSpPr/>
          <p:nvPr userDrawn="1"/>
        </p:nvSpPr>
        <p:spPr>
          <a:xfrm>
            <a:off x="0" y="2948940"/>
            <a:ext cx="219456" cy="109728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sp>
        <p:nvSpPr>
          <p:cNvPr id="18" name="Date"/>
          <p:cNvSpPr>
            <a:spLocks noGrp="1"/>
          </p:cNvSpPr>
          <p:nvPr>
            <p:ph type="dt" idx="20"/>
          </p:nvPr>
        </p:nvSpPr>
        <p:spPr>
          <a:xfrm>
            <a:off x="731520" y="2571750"/>
            <a:ext cx="5486400" cy="30861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200" b="1" cap="all">
                <a:solidFill>
                  <a:srgbClr val="011837"/>
                </a:solidFill>
                <a:latin typeface="+mn-lt"/>
              </a:defRPr>
            </a:lvl1pPr>
          </a:lstStyle>
          <a:p>
            <a:fld id="{B6F15528-21DE-4FAA-801E-634DDDAF4B2B}" type="datetime1">
              <a:rPr lang="en-US"/>
              <a:t>Date</a:t>
            </a:fld>
          </a:p>
        </p:txBody>
      </p:sp>
      <p:sp>
        <p:nvSpPr>
          <p:cNvPr id="19" name="Title"/>
          <p:cNvSpPr>
            <a:spLocks noGrp="1"/>
          </p:cNvSpPr>
          <p:nvPr>
            <p:ph type="ctrTitle"/>
          </p:nvPr>
        </p:nvSpPr>
        <p:spPr>
          <a:xfrm>
            <a:off x="731520" y="2948940"/>
            <a:ext cx="6096000" cy="109728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3600" b="1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Title</a:t>
            </a:r>
          </a:p>
        </p:txBody>
      </p:sp>
      <p:cxnSp>
        <p:nvCxnSpPr>
          <p:cNvPr id="20" name="Title rule"/>
          <p:cNvCxnSpPr/>
          <p:nvPr userDrawn="1"/>
        </p:nvCxnSpPr>
        <p:spPr>
          <a:xfrm>
            <a:off x="731520" y="4217670"/>
            <a:ext cx="792480" cy="0"/>
          </a:xfrm>
          <a:prstGeom prst="line">
            <a:avLst/>
          </a:prstGeom>
          <a:ln w="19050">
            <a:solidFill>
              <a:schemeClr val="accent1"/>
            </a:solidFill>
          </a:ln>
        </p:spPr>
      </p:cxnSp>
      <p:sp>
        <p:nvSpPr>
          <p:cNvPr id="21" name="Subtitle"/>
          <p:cNvSpPr>
            <a:spLocks noGrp="1"/>
          </p:cNvSpPr>
          <p:nvPr>
            <p:ph type="subTitle" idx="1"/>
          </p:nvPr>
        </p:nvSpPr>
        <p:spPr>
          <a:xfrm>
            <a:off x="731520" y="4389120"/>
            <a:ext cx="6096000" cy="1508760"/>
          </a:xfrm>
          <a:prstGeom prst="rect">
            <a:avLst/>
          </a:prstGeom>
        </p:spPr>
        <p:txBody>
          <a:bodyPr vert="horz"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2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text styles</a:t>
            </a:r>
          </a:p>
        </p:txBody>
      </p:sp>
      <p:sp>
        <p:nvSpPr>
          <p:cNvPr id="13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4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5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Wave band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  <a:lnTo>
                  <a:pt x="13760" y="9000"/>
                </a:lnTo>
                <a:cubicBezTo>
                  <a:pt x="14218" y="8249"/>
                  <a:pt x="14672" y="7476"/>
                  <a:pt x="14672" y="5781"/>
                </a:cubicBezTo>
                <a:cubicBezTo>
                  <a:pt x="14672" y="4272"/>
                  <a:pt x="12803" y="1425"/>
                  <a:pt x="12381" y="0"/>
                </a:cubicBezTo>
                <a:close/>
              </a:path>
            </a:pathLst>
          </a:custGeom>
          <a:solidFill>
            <a:schemeClr val="accent1">
              <a:alpha val="18000"/>
            </a:schemeClr>
          </a:solidFill>
          <a:ln>
            <a:noFill/>
          </a:ln>
        </p:spPr>
      </p:sp>
      <p:sp>
        <p:nvSpPr>
          <p:cNvPr id="12" name="Wave band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stroke="0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  <a:lnTo>
                  <a:pt x="14272" y="9000"/>
                </a:lnTo>
                <a:cubicBezTo>
                  <a:pt x="14782" y="8320"/>
                  <a:pt x="15477" y="7418"/>
                  <a:pt x="15477" y="5564"/>
                </a:cubicBezTo>
                <a:cubicBezTo>
                  <a:pt x="15477" y="3969"/>
                  <a:pt x="13379" y="1243"/>
                  <a:pt x="12843" y="0"/>
                </a:cubicBezTo>
                <a:close/>
              </a:path>
            </a:pathLst>
          </a:custGeom>
          <a:solidFill>
            <a:schemeClr val="accent1">
              <a:alpha val="10000"/>
            </a:schemeClr>
          </a:solidFill>
          <a:ln>
            <a:noFill/>
          </a:ln>
        </p:spPr>
      </p:sp>
      <p:sp>
        <p:nvSpPr>
          <p:cNvPr id="13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1939" y="0"/>
                </a:moveTo>
                <a:cubicBezTo>
                  <a:pt x="12299" y="1778"/>
                  <a:pt x="13869" y="4468"/>
                  <a:pt x="13869" y="6089"/>
                </a:cubicBezTo>
                <a:cubicBezTo>
                  <a:pt x="13869" y="7867"/>
                  <a:pt x="13370" y="8713"/>
                  <a:pt x="13238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4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381" y="0"/>
                </a:moveTo>
                <a:cubicBezTo>
                  <a:pt x="12803" y="1425"/>
                  <a:pt x="14672" y="4272"/>
                  <a:pt x="14672" y="5781"/>
                </a:cubicBezTo>
                <a:cubicBezTo>
                  <a:pt x="14672" y="7476"/>
                  <a:pt x="14218" y="8249"/>
                  <a:pt x="13760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sp>
        <p:nvSpPr>
          <p:cNvPr id="15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843" y="0"/>
                </a:moveTo>
                <a:cubicBezTo>
                  <a:pt x="13379" y="1243"/>
                  <a:pt x="15477" y="3969"/>
                  <a:pt x="15477" y="5564"/>
                </a:cubicBezTo>
                <a:cubicBezTo>
                  <a:pt x="15477" y="7418"/>
                  <a:pt x="14782" y="8320"/>
                  <a:pt x="14272" y="9000"/>
                </a:cubicBezTo>
              </a:path>
            </a:pathLst>
          </a:custGeom>
          <a:noFill/>
          <a:ln w="18288">
            <a:solidFill>
              <a:schemeClr val="accent1"/>
            </a:solidFill>
          </a:ln>
        </p:spPr>
      </p:sp>
      <p:pic>
        <p:nvPicPr>
          <p:cNvPr id="16" name="Logo (dark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31520" y="548640"/>
            <a:ext cx="1513698" cy="548640"/>
          </a:xfrm>
          <a:prstGeom prst="rect">
            <a:avLst/>
          </a:prstGeom>
        </p:spPr>
      </p:pic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731520" y="3048000"/>
            <a:ext cx="7559040" cy="8382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defRPr sz="4400" b="1" cap="none" baseline="0">
                <a:solidFill>
                  <a:srgbClr val="011837"/>
                </a:solidFill>
                <a:latin typeface="+mj-lt"/>
              </a:defRPr>
            </a:lvl1pPr>
          </a:lstStyle>
          <a:p>
            <a:r>
              <a:rPr lang="en-US"/>
              <a:t>Section title</a:t>
            </a:r>
          </a:p>
        </p:txBody>
      </p:sp>
      <p:sp>
        <p:nvSpPr>
          <p:cNvPr id="18" name="Text Placeholder 2"/>
          <p:cNvSpPr>
            <a:spLocks noGrp="1"/>
          </p:cNvSpPr>
          <p:nvPr>
            <p:ph type="body" idx="1"/>
          </p:nvPr>
        </p:nvSpPr>
        <p:spPr>
          <a:xfrm>
            <a:off x="731520" y="3962400"/>
            <a:ext cx="7315200" cy="914400"/>
          </a:xfrm>
          <a:prstGeom prst="rect">
            <a:avLst/>
          </a:prstGeom>
        </p:spPr>
        <p:txBody>
          <a:bodyPr lIns="0" tIns="0" rIns="0" bIns="0" anchor="t">
            <a:normAutofit/>
          </a:bodyPr>
          <a:lstStyle>
            <a:lvl1pPr algn="l" marL="0" indent="0">
              <a:spcBef>
                <a:spcPts val="0"/>
              </a:spcBef>
              <a:buNone/>
              <a:defRPr sz="1800" b="0">
                <a:solidFill>
                  <a:srgbClr val="011837"/>
                </a:solidFill>
                <a:latin typeface="+mn-lt"/>
              </a:defRPr>
            </a:lvl1pPr>
          </a:lstStyle>
          <a:p>
            <a:r>
              <a:rPr lang="en-US"/>
              <a:t>Subtitle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rgbClr val="011837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rgbClr val="011837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sz="half" idx="1"/>
          </p:nvPr>
        </p:nvSpPr>
        <p:spPr>
          <a:xfrm>
            <a:off x="73152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Left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"/>
          </p:nvPr>
        </p:nvSpPr>
        <p:spPr>
          <a:xfrm>
            <a:off x="6278880" y="1143229"/>
            <a:ext cx="518160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Right</a:t>
            </a:r>
          </a:p>
        </p:txBody>
      </p:sp>
      <p:sp>
        <p:nvSpPr>
          <p:cNvPr id="14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5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6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2" name="Text Placeholder 2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3" name="Content Placeholder 4"/>
          <p:cNvSpPr>
            <a:spLocks noGrp="1"/>
          </p:cNvSpPr>
          <p:nvPr>
            <p:ph sz="half" idx="11"/>
          </p:nvPr>
        </p:nvSpPr>
        <p:spPr>
          <a:xfrm>
            <a:off x="73152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3"/>
          </p:nvPr>
        </p:nvSpPr>
        <p:spPr>
          <a:xfrm>
            <a:off x="6278880" y="1143229"/>
            <a:ext cx="5181600" cy="617220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 marL="0" indent="0">
              <a:buNone/>
              <a:defRPr sz="1800" b="1">
                <a:solidFill>
                  <a:schemeClr val="tx2"/>
                </a:solidFill>
              </a:defRPr>
            </a:lvl1pPr>
          </a:lstStyle>
          <a:p>
            <a:r>
              <a:rPr lang="en-US"/>
              <a:t>Heading</a:t>
            </a:r>
          </a:p>
        </p:txBody>
      </p:sp>
      <p:sp>
        <p:nvSpPr>
          <p:cNvPr id="15" name="Content Placeholder 5"/>
          <p:cNvSpPr>
            <a:spLocks noGrp="1"/>
          </p:cNvSpPr>
          <p:nvPr>
            <p:ph sz="half" idx="2"/>
          </p:nvPr>
        </p:nvSpPr>
        <p:spPr>
          <a:xfrm>
            <a:off x="6278880" y="1829029"/>
            <a:ext cx="5181600" cy="44954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6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7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8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731520" y="1143229"/>
            <a:ext cx="4023360" cy="891540"/>
          </a:xfrm>
          <a:prstGeom prst="rect">
            <a:avLst/>
          </a:prstGeom>
        </p:spPr>
        <p:txBody>
          <a:bodyPr vert="horz" lIns="0" tIns="0" rIns="0" bIns="0" anchor="b">
            <a:normAutofit/>
          </a:bodyPr>
          <a:lstStyle>
            <a:lvl1pPr algn="l">
              <a:defRPr sz="2000" b="1"/>
            </a:lvl1pPr>
          </a:lstStyle>
          <a:p>
            <a:r>
              <a:rPr lang="en-US"/>
              <a:t>Caption title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/>
          </p:nvPr>
        </p:nvSpPr>
        <p:spPr>
          <a:xfrm>
            <a:off x="5120640" y="1143229"/>
            <a:ext cx="6339840" cy="5181219"/>
          </a:xfrm>
          <a:prstGeom prst="rect">
            <a:avLst/>
          </a:prstGeom>
        </p:spPr>
        <p:txBody>
          <a:bodyPr vert="horz"/>
          <a:lstStyle/>
          <a:p>
            <a:r>
              <a:rPr lang="en-US"/>
              <a:t>Content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1520" y="2103349"/>
            <a:ext cx="4023360" cy="4221099"/>
          </a:xfrm>
          <a:prstGeom prst="rect">
            <a:avLst/>
          </a:prstGeom>
        </p:spPr>
        <p:txBody>
          <a:bodyPr vert="horz" lIns="0" tIns="0" rIns="0" bIns="0"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en-US"/>
              <a:t>Caption</a:t>
            </a:r>
          </a:p>
        </p:txBody>
      </p:sp>
      <p:sp>
        <p:nvSpPr>
          <p:cNvPr id="15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6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7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13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14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10" Type="http://schemas.openxmlformats.org/officeDocument/2006/relationships/slideLayout" Target="../slideLayouts/slideLayout1.xml"/><Relationship Id="rId11" Type="http://schemas.openxmlformats.org/officeDocument/2006/relationships/slideLayout" Target="../slideLayouts/slideLayout2.xml"/><Relationship Id="rId12" Type="http://schemas.openxmlformats.org/officeDocument/2006/relationships/slideLayout" Target="../slideLayouts/slideLayout3.xml"/><Relationship Id="rId13" Type="http://schemas.openxmlformats.org/officeDocument/2006/relationships/slideLayout" Target="../slideLayouts/slideLayout4.xml"/><Relationship Id="rId14" Type="http://schemas.openxmlformats.org/officeDocument/2006/relationships/slideLayout" Target="../slideLayouts/slideLayout5.xml"/><Relationship Id="rId15" Type="http://schemas.openxmlformats.org/officeDocument/2006/relationships/slideLayout" Target="../slideLayouts/slideLayout6.xml"/><Relationship Id="rId16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Wave line 1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099" y="0"/>
                </a:moveTo>
                <a:cubicBezTo>
                  <a:pt x="12459" y="1778"/>
                  <a:pt x="14029" y="4468"/>
                  <a:pt x="14029" y="6089"/>
                </a:cubicBezTo>
                <a:cubicBezTo>
                  <a:pt x="14029" y="7867"/>
                  <a:pt x="13530" y="8713"/>
                  <a:pt x="13398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6" name="Wave line 2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2541" y="0"/>
                </a:moveTo>
                <a:cubicBezTo>
                  <a:pt x="12963" y="1425"/>
                  <a:pt x="14832" y="4272"/>
                  <a:pt x="14832" y="5781"/>
                </a:cubicBezTo>
                <a:cubicBezTo>
                  <a:pt x="14832" y="7476"/>
                  <a:pt x="14378" y="8249"/>
                  <a:pt x="13920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7" name="Wave line 3"/>
          <p:cNvSpPr/>
          <p:nvPr userDrawn="1"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0" t="0" r="r" b="b"/>
            <a:pathLst>
              <a:path w="16000" h="9000" fill="none">
                <a:moveTo>
                  <a:pt x="13003" y="0"/>
                </a:moveTo>
                <a:cubicBezTo>
                  <a:pt x="13539" y="1243"/>
                  <a:pt x="15637" y="3969"/>
                  <a:pt x="15637" y="5564"/>
                </a:cubicBezTo>
                <a:cubicBezTo>
                  <a:pt x="15637" y="7418"/>
                  <a:pt x="14942" y="8320"/>
                  <a:pt x="14432" y="9000"/>
                </a:cubicBezTo>
              </a:path>
            </a:pathLst>
          </a:custGeom>
          <a:noFill/>
          <a:ln w="18288">
            <a:solidFill>
              <a:schemeClr val="lt2"/>
            </a:solidFill>
          </a:ln>
        </p:spPr>
      </p:sp>
      <p:sp>
        <p:nvSpPr>
          <p:cNvPr id="11" name="Title tab"/>
          <p:cNvSpPr/>
          <p:nvPr userDrawn="1"/>
        </p:nvSpPr>
        <p:spPr>
          <a:xfrm>
            <a:off x="0" y="336042"/>
            <a:ext cx="219456" cy="65425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</p:sp>
      <p:cxnSp>
        <p:nvCxnSpPr>
          <p:cNvPr id="12" name="Title rule"/>
          <p:cNvCxnSpPr/>
          <p:nvPr userDrawn="1"/>
        </p:nvCxnSpPr>
        <p:spPr>
          <a:xfrm>
            <a:off x="731520" y="990295"/>
            <a:ext cx="10728960" cy="0"/>
          </a:xfrm>
          <a:prstGeom prst="line">
            <a:avLst/>
          </a:prstGeom>
          <a:ln w="9525">
            <a:solidFill>
              <a:schemeClr val="tx1">
                <a:alpha val="30000"/>
              </a:schemeClr>
            </a:solidFill>
          </a:ln>
        </p:spPr>
      </p:cxnSp>
      <p:sp>
        <p:nvSpPr>
          <p:cNvPr id="13" name="Title Placeholder"/>
          <p:cNvSpPr>
            <a:spLocks noGrp="1"/>
          </p:cNvSpPr>
          <p:nvPr>
            <p:ph type="title"/>
          </p:nvPr>
        </p:nvSpPr>
        <p:spPr>
          <a:xfrm>
            <a:off x="731520" y="336042"/>
            <a:ext cx="9205633" cy="654253"/>
          </a:xfrm>
          <a:prstGeom prst="rect">
            <a:avLst/>
          </a:prstGeom>
        </p:spPr>
        <p:txBody>
          <a:bodyPr vert="horz" lIns="0" tIns="0" rIns="0" bIns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4" name="Text Placeholder"/>
          <p:cNvSpPr>
            <a:spLocks noGrp="1"/>
          </p:cNvSpPr>
          <p:nvPr>
            <p:ph type="body" idx="1"/>
          </p:nvPr>
        </p:nvSpPr>
        <p:spPr>
          <a:xfrm>
            <a:off x="731520" y="1143229"/>
            <a:ext cx="10728960" cy="5181219"/>
          </a:xfrm>
          <a:prstGeom prst="rect">
            <a:avLst/>
          </a:prstGeom>
        </p:spPr>
        <p:txBody>
          <a:bodyPr vert="horz" lIns="0" tIns="45720" rIns="0" bIns="4572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Slide Number Placeholder"/>
          <p:cNvSpPr>
            <a:spLocks noGrp="1"/>
          </p:cNvSpPr>
          <p:nvPr>
            <p:ph type="sldNum" sz="quarter" idx="22"/>
          </p:nvPr>
        </p:nvSpPr>
        <p:spPr>
          <a:xfrm>
            <a:off x="12192" y="6480810"/>
            <a:ext cx="475488" cy="363474"/>
          </a:xfrm>
        </p:spPr>
        <p:txBody>
          <a:bodyPr anchor="ctr"/>
          <a:lstStyle>
            <a:lvl1pPr algn="ctr">
              <a:defRPr sz="1200" b="1">
                <a:solidFill>
                  <a:schemeClr val="tx1"/>
                </a:solidFill>
              </a:defRPr>
            </a:lvl1pPr>
          </a:lstStyle>
          <a:p>
            <a:fld id="{C5EF2332-01BF-834F-8236-50238282D533}" type="slidenum">
              <a:rPr lang="en-US"/>
              <a:t>‹#›</a:t>
            </a:fld>
          </a:p>
        </p:txBody>
      </p:sp>
      <p:sp>
        <p:nvSpPr>
          <p:cNvPr id="20" name="Date Placeholder"/>
          <p:cNvSpPr>
            <a:spLocks noGrp="1"/>
          </p:cNvSpPr>
          <p:nvPr>
            <p:ph type="dt" sz="half" idx="20"/>
          </p:nvPr>
        </p:nvSpPr>
        <p:spPr>
          <a:xfrm>
            <a:off x="10436352" y="6556248"/>
            <a:ext cx="1377696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sp>
        <p:nvSpPr>
          <p:cNvPr id="21" name="Footer Placeholder"/>
          <p:cNvSpPr>
            <a:spLocks noGrp="1"/>
          </p:cNvSpPr>
          <p:nvPr>
            <p:ph type="ftr" sz="quarter" idx="21"/>
          </p:nvPr>
        </p:nvSpPr>
        <p:spPr>
          <a:xfrm>
            <a:off x="560832" y="6556248"/>
            <a:ext cx="4145280" cy="185166"/>
          </a:xfrm>
          <a:prstGeom prst="rect">
            <a:avLst/>
          </a:prstGeom>
        </p:spPr>
        <p:txBody>
          <a:bodyPr vert="horz" lIns="0" tIns="0" rIns="0" bIns="0" anchor="ctr"/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r>
              <a:rPr lang="en-US"/>
              <a:t/>
            </a:r>
          </a:p>
        </p:txBody>
      </p:sp>
      <p:pic>
        <p:nvPicPr>
          <p:cNvPr id="18" name="Logo (light)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41953" y="365531"/>
            <a:ext cx="1218527" cy="44165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0"/>
    <p:sldLayoutId id="2147483650" r:id="rId11"/>
    <p:sldLayoutId id="2147483651" r:id="rId12"/>
    <p:sldLayoutId id="2147483652" r:id="rId13"/>
    <p:sldLayoutId id="2147483653" r:id="rId14"/>
    <p:sldLayoutId id="2147483654" r:id="rId15"/>
    <p:sldLayoutId id="2147483655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2800" b="1" kern="120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457200" rtl="0" eaLnBrk="1" latinLnBrk="0" hangingPunct="1">
        <a:lnSpc>
          <a:spcPct val="100000"/>
        </a:lnSpc>
        <a:spcBef>
          <a:spcPts val="1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457200" rtl="0" eaLnBrk="1" latinLnBrk="0" hangingPunct="1">
        <a:lnSpc>
          <a:spcPct val="100000"/>
        </a:lnSpc>
        <a:spcBef>
          <a:spcPts val="500"/>
        </a:spcBef>
        <a:buFont typeface="Wingdings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457200" rtl="0" eaLnBrk="1" latinLnBrk="0" hangingPunct="1">
        <a:lnSpc>
          <a:spcPct val="100000"/>
        </a:lnSpc>
        <a:spcBef>
          <a:spcPts val="500"/>
        </a:spcBef>
        <a:buFont typeface="Courier New"/>
        <a:buChar char="o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457200" rtl="0" eaLnBrk="1" latinLnBrk="0" hangingPunct="1">
        <a:lnSpc>
          <a:spcPct val="100000"/>
        </a:lnSpc>
        <a:spcBef>
          <a:spcPts val="500"/>
        </a:spcBef>
        <a:buFont typeface="Arial"/>
        <a:buChar char="»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371600" indent="-228600" algn="l">
        <a:defRPr sz="1200" kern="1200">
          <a:solidFill>
            <a:schemeClr val="tx1"/>
          </a:solidFill>
          <a:latin typeface="+mn-lt"/>
        </a:defRPr>
      </a:lvl6pPr>
      <a:lvl7pPr marL="1600200" indent="-228600" algn="l">
        <a:defRPr sz="1200" kern="1200">
          <a:solidFill>
            <a:schemeClr val="tx1"/>
          </a:solidFill>
          <a:latin typeface="+mn-lt"/>
        </a:defRPr>
      </a:lvl7pPr>
      <a:lvl8pPr marL="1828800" indent="-228600" algn="l">
        <a:defRPr sz="1200" kern="1200">
          <a:solidFill>
            <a:schemeClr val="tx1"/>
          </a:solidFill>
          <a:latin typeface="+mn-lt"/>
        </a:defRPr>
      </a:lvl8pPr>
      <a:lvl9pPr marL="2057400" indent="-228600" algn="l">
        <a:defRPr sz="1200" kern="1200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ucp">
  <a:themeElements>
    <a:clrScheme name="ucp">
      <a:dk1>
        <a:srgbClr val="00357A"/>
      </a:dk1>
      <a:lt1>
        <a:srgbClr val="FFFFFF"/>
      </a:lt1>
      <a:dk2>
        <a:srgbClr val="00A2B4"/>
      </a:dk2>
      <a:lt2>
        <a:srgbClr val="F1F0EE"/>
      </a:lt2>
      <a:accent1>
        <a:srgbClr val="34E1F4"/>
      </a:accent1>
      <a:accent2>
        <a:srgbClr val="00818F"/>
      </a:accent2>
      <a:accent3>
        <a:srgbClr val="011837"/>
      </a:accent3>
      <a:accent4>
        <a:srgbClr val="FFDD31"/>
      </a:accent4>
      <a:accent5>
        <a:srgbClr val="FFDD31"/>
      </a:accent5>
      <a:accent6>
        <a:srgbClr val="00818F"/>
      </a:accent6>
      <a:hlink>
        <a:srgbClr val="00A2B4"/>
      </a:hlink>
      <a:folHlink>
        <a:srgbClr val="00818F"/>
      </a:folHlink>
    </a:clrScheme>
    <a:fontScheme name="Poppins">
      <a:majorFont>
        <a:latin typeface="Poppins"/>
        <a:ea typeface=""/>
        <a:cs typeface=""/>
      </a:majorFont>
      <a:minorFont>
        <a:latin typeface="Poppins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ucp template</dc:title>
  <dc:creator>livery_template.py</dc:creator>
</cp:coreProperties>
</file>