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978807" cy="61722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54864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731520" y="4217670"/>
            <a:ext cx="7924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1758940" cy="54864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1520" y="3048000"/>
            <a:ext cx="755904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44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731520" y="3962400"/>
            <a:ext cx="7315200" cy="914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2198675" cy="68580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53746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7559040" cy="109728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31520" y="3360420"/>
            <a:ext cx="7071360" cy="24688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  <a:lvl2pPr>
              <a:defRPr sz="1800">
                <a:solidFill>
                  <a:srgbClr val="FFFFFF"/>
                </a:solidFill>
              </a:defRPr>
            </a:lvl2pPr>
            <a:lvl3pPr>
              <a:defRPr sz="16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1978807" cy="61722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54864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731520" y="4217670"/>
            <a:ext cx="7924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9008213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4533" y="365531"/>
            <a:ext cx="1415947" cy="4416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500"/>
        </a:spcBef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200" kern="1200">
          <a:solidFill>
            <a:schemeClr val="tx1"/>
          </a:solidFill>
          <a:latin typeface="+mn-lt"/>
        </a:defRPr>
      </a:lvl6pPr>
      <a:lvl7pPr marL="1600200" indent="-228600" algn="l">
        <a:defRPr sz="1200" kern="1200">
          <a:solidFill>
            <a:schemeClr val="tx1"/>
          </a:solidFill>
          <a:latin typeface="+mn-lt"/>
        </a:defRPr>
      </a:lvl7pPr>
      <a:lvl8pPr marL="1828800" indent="-228600" algn="l">
        <a:defRPr sz="1200" kern="1200">
          <a:solidFill>
            <a:schemeClr val="tx1"/>
          </a:solidFill>
          <a:latin typeface="+mn-lt"/>
        </a:defRPr>
      </a:lvl8pPr>
      <a:lvl9pPr marL="2057400" indent="-228600" algn="l">
        <a:defRPr sz="12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carucar">
  <a:themeElements>
    <a:clrScheme name="ncarucar">
      <a:dk1>
        <a:srgbClr val="00357A"/>
      </a:dk1>
      <a:lt1>
        <a:srgbClr val="FFFFFF"/>
      </a:lt1>
      <a:dk2>
        <a:srgbClr val="0057C2"/>
      </a:dk2>
      <a:lt2>
        <a:srgbClr val="F1F0EE"/>
      </a:lt2>
      <a:accent1>
        <a:srgbClr val="42C0FF"/>
      </a:accent1>
      <a:accent2>
        <a:srgbClr val="00818F"/>
      </a:accent2>
      <a:accent3>
        <a:srgbClr val="011837"/>
      </a:accent3>
      <a:accent4>
        <a:srgbClr val="FAA119"/>
      </a:accent4>
      <a:accent5>
        <a:srgbClr val="FFDD31"/>
      </a:accent5>
      <a:accent6>
        <a:srgbClr val="0057C2"/>
      </a:accent6>
      <a:hlink>
        <a:srgbClr val="0057C2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ncarucar template</dc:title>
  <dc:creator>livery_template.py</dc:creator>
</cp:coreProperties>
</file>