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807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758940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0821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33" y="365531"/>
            <a:ext cx="141594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