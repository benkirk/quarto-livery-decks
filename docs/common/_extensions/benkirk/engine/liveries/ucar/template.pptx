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38400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2166518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709062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11837"/>
                </a:solidFill>
              </a:defRPr>
            </a:lvl1pPr>
            <a:lvl2pPr>
              <a:defRPr sz="1511">
                <a:solidFill>
                  <a:srgbClr val="011837"/>
                </a:solidFill>
              </a:defRPr>
            </a:lvl2pPr>
            <a:lvl3pPr>
              <a:defRPr sz="136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38400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709062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357A"/>
                </a:solidFill>
              </a:defRPr>
            </a:lvl1pPr>
            <a:lvl2pPr>
              <a:defRPr sz="1511">
                <a:solidFill>
                  <a:srgbClr val="00357A"/>
                </a:solidFill>
              </a:defRPr>
            </a:lvl2pPr>
            <a:lvl3pPr>
              <a:defRPr sz="136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26362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62682" y="365531"/>
            <a:ext cx="1397798" cy="3538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