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38019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2167128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26362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62682" y="365531"/>
            <a:ext cx="1397798" cy="3538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