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38400" cy="61722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11837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548640"/>
            <a:ext cx="2166518" cy="54864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 cap="none" baseline="0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11837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stroke="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709062" cy="68580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rgbClr val="011837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2000">
                <a:solidFill>
                  <a:srgbClr val="011837"/>
                </a:solidFill>
              </a:defRPr>
            </a:lvl1pPr>
            <a:lvl2pPr>
              <a:defRPr sz="1800">
                <a:solidFill>
                  <a:srgbClr val="011837"/>
                </a:solidFill>
              </a:defRPr>
            </a:lvl2pPr>
            <a:lvl3pPr>
              <a:defRPr sz="1600">
                <a:solidFill>
                  <a:srgbClr val="011837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11837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11837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411480"/>
            <a:ext cx="2438400" cy="61722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2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6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8288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20" y="617220"/>
            <a:ext cx="2709062" cy="68580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4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2000">
                <a:solidFill>
                  <a:srgbClr val="00357A"/>
                </a:solidFill>
              </a:defRPr>
            </a:lvl1pPr>
            <a:lvl2pPr>
              <a:defRPr sz="1800">
                <a:solidFill>
                  <a:srgbClr val="00357A"/>
                </a:solidFill>
              </a:defRPr>
            </a:lvl2pPr>
            <a:lvl3pPr>
              <a:defRPr sz="16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8288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9026362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2192" y="6480810"/>
            <a:ext cx="475488" cy="363474"/>
          </a:xfrm>
        </p:spPr>
        <p:txBody>
          <a:bodyPr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10436352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2682" y="365531"/>
            <a:ext cx="1397798" cy="3538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500"/>
        </a:spcBef>
        <a:buFont typeface="Wingdings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500"/>
        </a:spcBef>
        <a:buFont typeface="Courier New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200" kern="1200">
          <a:solidFill>
            <a:schemeClr val="tx1"/>
          </a:solidFill>
          <a:latin typeface="+mn-lt"/>
        </a:defRPr>
      </a:lvl6pPr>
      <a:lvl7pPr marL="1600200" indent="-228600" algn="l">
        <a:defRPr sz="1200" kern="1200">
          <a:solidFill>
            <a:schemeClr val="tx1"/>
          </a:solidFill>
          <a:latin typeface="+mn-lt"/>
        </a:defRPr>
      </a:lvl7pPr>
      <a:lvl8pPr marL="1828800" indent="-228600" algn="l">
        <a:defRPr sz="1200" kern="1200">
          <a:solidFill>
            <a:schemeClr val="tx1"/>
          </a:solidFill>
          <a:latin typeface="+mn-lt"/>
        </a:defRPr>
      </a:lvl8pPr>
      <a:lvl9pPr marL="2057400" indent="-228600" algn="l">
        <a:defRPr sz="12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ucar">
  <a:themeElements>
    <a:clrScheme name="ucar">
      <a:dk1>
        <a:srgbClr val="00357A"/>
      </a:dk1>
      <a:lt1>
        <a:srgbClr val="FFFFFF"/>
      </a:lt1>
      <a:dk2>
        <a:srgbClr val="00A2B4"/>
      </a:dk2>
      <a:lt2>
        <a:srgbClr val="F1F0EE"/>
      </a:lt2>
      <a:accent1>
        <a:srgbClr val="34E1F4"/>
      </a:accent1>
      <a:accent2>
        <a:srgbClr val="00818F"/>
      </a:accent2>
      <a:accent3>
        <a:srgbClr val="011837"/>
      </a:accent3>
      <a:accent4>
        <a:srgbClr val="FFDD31"/>
      </a:accent4>
      <a:accent5>
        <a:srgbClr val="FFDD31"/>
      </a:accent5>
      <a:accent6>
        <a:srgbClr val="00818F"/>
      </a:accent6>
      <a:hlink>
        <a:srgbClr val="00A2B4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ucar template</dc:title>
  <dc:creator>livery_template.py</dc:creator>
</cp:coreProperties>
</file>