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57984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FFFFFF"/>
                </a:solidFill>
              </a:defRPr>
            </a:lvl1pPr>
            <a:lvl2pPr>
              <a:defRPr sz="1511">
                <a:solidFill>
                  <a:srgbClr val="FFFFFF"/>
                </a:solidFill>
              </a:defRPr>
            </a:lvl2pPr>
            <a:lvl3pPr>
              <a:defRPr sz="136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868668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23008" y="365531"/>
            <a:ext cx="1737472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