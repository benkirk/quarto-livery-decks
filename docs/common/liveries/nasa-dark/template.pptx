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999439" cy="822960"/>
          </a:xfrm>
          <a:prstGeom prst="rect">
            <a:avLst/>
          </a:prstGeom>
        </p:spPr>
      </p:pic>
      <p:pic>
        <p:nvPicPr>
          <p:cNvPr id="12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671638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548640" y="1388745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548640" y="1671638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548640" y="2623185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548640" y="2751772"/>
            <a:ext cx="4572000" cy="167163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687629" cy="565785"/>
          </a:xfrm>
          <a:prstGeom prst="rect">
            <a:avLst/>
          </a:prstGeom>
        </p:spPr>
      </p:pic>
      <p:pic>
        <p:nvPicPr>
          <p:cNvPr id="12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6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999439" cy="822960"/>
          </a:xfrm>
          <a:prstGeom prst="rect">
            <a:avLst/>
          </a:prstGeom>
        </p:spPr>
      </p:pic>
      <p:pic>
        <p:nvPicPr>
          <p:cNvPr id="12" name="Sign-off (dark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2520315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48640" y="1440180"/>
            <a:ext cx="5669280" cy="15430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48640" y="3137535"/>
            <a:ext cx="5669280" cy="13887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999439" cy="82296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671638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548640" y="1388745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548640" y="1671638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548640" y="2623185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548640" y="2751772"/>
            <a:ext cx="4572000" cy="167163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999439" cy="82296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2520315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48640" y="1440180"/>
            <a:ext cx="5669280" cy="15430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48640" y="3137535"/>
            <a:ext cx="5669280" cy="13887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itle tab"/>
          <p:cNvSpPr/>
          <p:nvPr userDrawn="1"/>
        </p:nvSpPr>
        <p:spPr>
          <a:xfrm>
            <a:off x="0" y="252032"/>
            <a:ext cx="164592" cy="4906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2032"/>
            <a:ext cx="7349573" cy="49069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6813" y="231458"/>
            <a:ext cx="468547" cy="385762"/>
          </a:xfrm>
          <a:prstGeom prst="rect">
            <a:avLst/>
          </a:prstGeom>
        </p:spPr>
      </p:pic>
      <p:pic>
        <p:nvPicPr>
          <p:cNvPr id="17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352" cy="1440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asa-dark">
  <a:themeElements>
    <a:clrScheme name="nasa-dark">
      <a:dk1>
        <a:srgbClr val="FFFFFF"/>
      </a:dk1>
      <a:lt1>
        <a:srgbClr val="000000"/>
      </a:lt1>
      <a:dk2>
        <a:srgbClr val="0032A0"/>
      </a:dk2>
      <a:lt2>
        <a:srgbClr val="1C2026"/>
      </a:lt2>
      <a:accent1>
        <a:srgbClr val="8A8D8F"/>
      </a:accent1>
      <a:accent2>
        <a:srgbClr val="00B0F0"/>
      </a:accent2>
      <a:accent3>
        <a:srgbClr val="000000"/>
      </a:accent3>
      <a:accent4>
        <a:srgbClr val="E4002B"/>
      </a:accent4>
      <a:accent5>
        <a:srgbClr val="FFC72C"/>
      </a:accent5>
      <a:accent6>
        <a:srgbClr val="6E9BFF"/>
      </a:accent6>
      <a:hlink>
        <a:srgbClr val="6E9BFF"/>
      </a:hlink>
      <a:folHlink>
        <a:srgbClr val="00B0F0"/>
      </a:folHlink>
    </a:clrScheme>
    <a:fontScheme name="Public Sans">
      <a:majorFont>
        <a:latin typeface="Inter"/>
        <a:ea typeface=""/>
        <a:cs typeface=""/>
      </a:majorFont>
      <a:minorFont>
        <a:latin typeface="Public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nasa-dark template</dc:title>
  <dc:creator>livery_template.py</dc:creator>
</cp:coreProperties>
</file>