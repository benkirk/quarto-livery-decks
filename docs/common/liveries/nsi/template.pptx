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4.jpg"/><Relationship Id="rId5" Type="http://schemas.openxmlformats.org/officeDocument/2006/relationships/image" Target="../media/image6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Sign-off (ba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418" cy="754380"/>
          </a:xfrm>
          <a:prstGeom prst="rect">
            <a:avLst/>
          </a:prstGeom>
        </p:spPr>
      </p:pic>
      <p:pic>
        <p:nvPicPr>
          <p:cNvPr id="15" name="Logo (ba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953" y="5260086"/>
            <a:ext cx="2384527" cy="130302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578608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226999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578608"/>
            <a:ext cx="6339840" cy="9601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641598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778758"/>
            <a:ext cx="6339840" cy="1049274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011" cy="548640"/>
          </a:xfrm>
          <a:prstGeom prst="rect">
            <a:avLst/>
          </a:prstGeom>
        </p:spPr>
      </p:pic>
      <p:pic>
        <p:nvPicPr>
          <p:cNvPr id="12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Sign-off (ba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418" cy="754380"/>
          </a:xfrm>
          <a:prstGeom prst="rect">
            <a:avLst/>
          </a:prstGeom>
        </p:spPr>
      </p:pic>
      <p:pic>
        <p:nvPicPr>
          <p:cNvPr id="13" name="Logo (ba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953" y="5260086"/>
            <a:ext cx="2384527" cy="130302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53746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7559040" cy="109728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3360420"/>
            <a:ext cx="7071360" cy="24688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  <a:lvl2pPr>
              <a:defRPr sz="1800">
                <a:solidFill>
                  <a:srgbClr val="FFFFFF"/>
                </a:solidFill>
              </a:defRPr>
            </a:lvl2pPr>
            <a:lvl3pPr>
              <a:defRPr sz="16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9513" cy="617220"/>
          </a:xfrm>
          <a:prstGeom prst="rect">
            <a:avLst/>
          </a:prstGeom>
        </p:spPr>
      </p:pic>
      <p:pic>
        <p:nvPicPr>
          <p:cNvPr id="12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03082" y="336042"/>
            <a:ext cx="9357398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365531"/>
            <a:ext cx="1066762" cy="582930"/>
          </a:xfrm>
          <a:prstGeom prst="rect">
            <a:avLst/>
          </a:prstGeom>
        </p:spPr>
      </p:pic>
      <p:pic>
        <p:nvPicPr>
          <p:cNvPr id="20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