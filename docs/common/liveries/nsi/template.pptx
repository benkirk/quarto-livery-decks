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4.jpg"/><Relationship Id="rId5" Type="http://schemas.openxmlformats.org/officeDocument/2006/relationships/image" Target="../media/image6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4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band"/>
          <p:cNvSpPr/>
          <p:nvPr userDrawn="1"/>
        </p:nvSpPr>
        <p:spPr>
          <a:xfrm>
            <a:off x="0" y="1892808"/>
            <a:ext cx="12192000" cy="3072384"/>
          </a:xfrm>
          <a:prstGeom prst="rect">
            <a:avLst/>
          </a:prstGeom>
          <a:solidFill>
            <a:schemeClr val="tx2"/>
          </a:solidFill>
          <a:ln>
            <a:noFill/>
          </a:ln>
        </p:spPr>
      </p:sp>
      <p:pic>
        <p:nvPicPr>
          <p:cNvPr id="13" name="Title photo"/>
          <p:cNvPicPr>
            <a:picLocks noChangeAspect="1"/>
          </p:cNvPicPr>
          <p:nvPr userDrawn="1"/>
        </p:nvPicPr>
        <p:blipFill>
          <a:blip r:embed="rId5"/>
          <a:srcRect l="25" t="0" r="25" b="0"/>
          <a:stretch>
            <a:fillRect/>
          </a:stretch>
        </p:blipFill>
        <p:spPr>
          <a:xfrm>
            <a:off x="7559040" y="1892808"/>
            <a:ext cx="4632960" cy="3072384"/>
          </a:xfrm>
          <a:prstGeom prst="rect">
            <a:avLst/>
          </a:prstGeom>
        </p:spPr>
      </p:pic>
      <p:pic>
        <p:nvPicPr>
          <p:cNvPr id="14" name="Sign-off (ba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837839" cy="754380"/>
          </a:xfrm>
          <a:prstGeom prst="rect">
            <a:avLst/>
          </a:prstGeom>
        </p:spPr>
      </p:pic>
      <p:pic>
        <p:nvPicPr>
          <p:cNvPr id="15" name="Logo (ba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953" y="5260086"/>
            <a:ext cx="2384527" cy="1303020"/>
          </a:xfrm>
          <a:prstGeom prst="rect">
            <a:avLst/>
          </a:prstGeom>
        </p:spPr>
      </p:pic>
      <p:sp>
        <p:nvSpPr>
          <p:cNvPr id="16" name="Title tab"/>
          <p:cNvSpPr/>
          <p:nvPr userDrawn="1"/>
        </p:nvSpPr>
        <p:spPr>
          <a:xfrm>
            <a:off x="0" y="2578608"/>
            <a:ext cx="219456" cy="9601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7" name="Date"/>
          <p:cNvSpPr>
            <a:spLocks noGrp="1"/>
          </p:cNvSpPr>
          <p:nvPr>
            <p:ph type="dt" idx="20"/>
          </p:nvPr>
        </p:nvSpPr>
        <p:spPr>
          <a:xfrm>
            <a:off x="731520" y="2269998"/>
            <a:ext cx="6339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8" name="Title"/>
          <p:cNvSpPr>
            <a:spLocks noGrp="1"/>
          </p:cNvSpPr>
          <p:nvPr>
            <p:ph type="ctrTitle"/>
          </p:nvPr>
        </p:nvSpPr>
        <p:spPr>
          <a:xfrm>
            <a:off x="731520" y="2578608"/>
            <a:ext cx="6339840" cy="9601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9" name="Title rule"/>
          <p:cNvCxnSpPr/>
          <p:nvPr userDrawn="1"/>
        </p:nvCxnSpPr>
        <p:spPr>
          <a:xfrm>
            <a:off x="731520" y="3641598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731520" y="3778758"/>
            <a:ext cx="6339840" cy="1049274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3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004011" cy="548640"/>
          </a:xfrm>
          <a:prstGeom prst="rect">
            <a:avLst/>
          </a:prstGeom>
        </p:spPr>
      </p:pic>
      <p:pic>
        <p:nvPicPr>
          <p:cNvPr id="12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99018" cy="342900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3048000"/>
            <a:ext cx="7559040" cy="8382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731520" y="3962400"/>
            <a:ext cx="7315200" cy="914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Sign-off (ba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837839" cy="754380"/>
          </a:xfrm>
          <a:prstGeom prst="rect">
            <a:avLst/>
          </a:prstGeom>
        </p:spPr>
      </p:pic>
      <p:pic>
        <p:nvPicPr>
          <p:cNvPr id="13" name="Logo (ba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953" y="5260086"/>
            <a:ext cx="2384527" cy="1303020"/>
          </a:xfrm>
          <a:prstGeom prst="rect">
            <a:avLst/>
          </a:prstGeom>
        </p:spPr>
      </p:pic>
      <p:sp>
        <p:nvSpPr>
          <p:cNvPr id="14" name="Title tab"/>
          <p:cNvSpPr/>
          <p:nvPr userDrawn="1"/>
        </p:nvSpPr>
        <p:spPr>
          <a:xfrm>
            <a:off x="0" y="253746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7559040" cy="109728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731520" y="3360420"/>
            <a:ext cx="7071360" cy="24688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  <a:lvl2pPr>
              <a:defRPr sz="1800">
                <a:solidFill>
                  <a:srgbClr val="FFFFFF"/>
                </a:solidFill>
              </a:defRPr>
            </a:lvl2pPr>
            <a:lvl3pPr>
              <a:defRPr sz="16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129513" cy="617220"/>
          </a:xfrm>
          <a:prstGeom prst="rect">
            <a:avLst/>
          </a:prstGeom>
        </p:spPr>
      </p:pic>
      <p:pic>
        <p:nvPicPr>
          <p:cNvPr id="12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990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54864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731520" y="4217670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2103082" y="336042"/>
            <a:ext cx="9357398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365531"/>
            <a:ext cx="1066762" cy="582930"/>
          </a:xfrm>
          <a:prstGeom prst="rect">
            <a:avLst/>
          </a:prstGeom>
        </p:spPr>
      </p:pic>
      <p:pic>
        <p:nvPicPr>
          <p:cNvPr id="20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99018" cy="3429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si">
  <a:themeElements>
    <a:clrScheme name="nsi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nsi template</dc:title>
  <dc:creator>livery_template.py</dc:creator>
</cp:coreProperties>
</file>