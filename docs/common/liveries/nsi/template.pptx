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jp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rt (title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band"/>
          <p:cNvSpPr/>
          <p:nvPr userDrawn="1"/>
        </p:nvSpPr>
        <p:spPr>
          <a:xfrm>
            <a:off x="0" y="1892808"/>
            <a:ext cx="12192000" cy="3072384"/>
          </a:xfrm>
          <a:prstGeom prst="rect">
            <a:avLst/>
          </a:prstGeom>
          <a:solidFill>
            <a:schemeClr val="tx2"/>
          </a:solidFill>
          <a:ln>
            <a:noFill/>
          </a:ln>
        </p:spPr>
      </p:sp>
      <p:pic>
        <p:nvPicPr>
          <p:cNvPr id="13" name="Title photo"/>
          <p:cNvPicPr>
            <a:picLocks noChangeAspect="1"/>
          </p:cNvPicPr>
          <p:nvPr userDrawn="1"/>
        </p:nvPicPr>
        <p:blipFill>
          <a:blip r:embed="rId5"/>
          <a:srcRect l="25" t="0" r="25" b="0"/>
          <a:stretch>
            <a:fillRect/>
          </a:stretch>
        </p:blipFill>
        <p:spPr>
          <a:xfrm>
            <a:off x="7559040" y="1892808"/>
            <a:ext cx="4632960" cy="3072384"/>
          </a:xfrm>
          <a:prstGeom prst="rect">
            <a:avLst/>
          </a:prstGeom>
        </p:spPr>
      </p:pic>
      <p:pic>
        <p:nvPicPr>
          <p:cNvPr id="14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5725" y="5260086"/>
            <a:ext cx="2384755" cy="1303020"/>
          </a:xfrm>
          <a:prstGeom prst="rect">
            <a:avLst/>
          </a:prstGeom>
        </p:spPr>
      </p:pic>
      <p:pic>
        <p:nvPicPr>
          <p:cNvPr id="15" name="Sign-off (dark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5534406"/>
            <a:ext cx="4765853" cy="754380"/>
          </a:xfrm>
          <a:prstGeom prst="rect">
            <a:avLst/>
          </a:prstGeom>
        </p:spPr>
      </p:pic>
      <p:sp>
        <p:nvSpPr>
          <p:cNvPr id="16" name="Title tab"/>
          <p:cNvSpPr/>
          <p:nvPr userDrawn="1"/>
        </p:nvSpPr>
        <p:spPr>
          <a:xfrm>
            <a:off x="0" y="2366010"/>
            <a:ext cx="219456" cy="9601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7" name="Date"/>
          <p:cNvSpPr>
            <a:spLocks noGrp="1"/>
          </p:cNvSpPr>
          <p:nvPr>
            <p:ph type="dt" idx="20"/>
          </p:nvPr>
        </p:nvSpPr>
        <p:spPr>
          <a:xfrm>
            <a:off x="731520" y="1892808"/>
            <a:ext cx="6339840" cy="27432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800" b="1" cap="all">
                <a:solidFill>
                  <a:srgbClr val="000000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8" name="Title"/>
          <p:cNvSpPr>
            <a:spLocks noGrp="1"/>
          </p:cNvSpPr>
          <p:nvPr>
            <p:ph type="ctrTitle"/>
          </p:nvPr>
        </p:nvSpPr>
        <p:spPr>
          <a:xfrm>
            <a:off x="731520" y="2366010"/>
            <a:ext cx="6339840" cy="96012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 marL="0" indent="0">
              <a:spcBef>
                <a:spcPts val="0"/>
              </a:spcBef>
              <a:buNone/>
              <a:defRPr sz="4800" b="1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9" name="Title rule"/>
          <p:cNvCxnSpPr/>
          <p:nvPr userDrawn="1"/>
        </p:nvCxnSpPr>
        <p:spPr>
          <a:xfrm>
            <a:off x="731520" y="3429000"/>
            <a:ext cx="1584960" cy="0"/>
          </a:xfrm>
          <a:prstGeom prst="line">
            <a:avLst/>
          </a:prstGeom>
          <a:ln w="22631">
            <a:solidFill>
              <a:schemeClr val="accent1"/>
            </a:solidFill>
          </a:ln>
        </p:spPr>
      </p:cxnSp>
      <p:sp>
        <p:nvSpPr>
          <p:cNvPr id="20" name="Subtitle"/>
          <p:cNvSpPr>
            <a:spLocks noGrp="1"/>
          </p:cNvSpPr>
          <p:nvPr>
            <p:ph type="subTitle" idx="1"/>
          </p:nvPr>
        </p:nvSpPr>
        <p:spPr>
          <a:xfrm>
            <a:off x="731520" y="3566160"/>
            <a:ext cx="6339840" cy="1261872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1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3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548640"/>
            <a:ext cx="1004621" cy="548640"/>
          </a:xfrm>
          <a:prstGeom prst="rect">
            <a:avLst/>
          </a:prstGeom>
        </p:spPr>
      </p:pic>
      <p:pic>
        <p:nvPicPr>
          <p:cNvPr id="12" name="Sign-off (primary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09360"/>
            <a:ext cx="2166518" cy="342900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31520" y="2758288"/>
            <a:ext cx="7559040" cy="82296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90000"/>
              </a:lnSpc>
              <a:defRPr sz="6000" b="1" cap="none" baseline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49828"/>
            <a:ext cx="7559040" cy="91211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73152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27888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627888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31520" y="1143229"/>
            <a:ext cx="4023360" cy="8915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5120640" y="1143229"/>
            <a:ext cx="633984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" y="2103349"/>
            <a:ext cx="4023360" cy="422109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3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rt (title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5725" y="5260086"/>
            <a:ext cx="2384755" cy="1303020"/>
          </a:xfrm>
          <a:prstGeom prst="rect">
            <a:avLst/>
          </a:prstGeom>
        </p:spPr>
      </p:pic>
      <p:pic>
        <p:nvPicPr>
          <p:cNvPr id="13" name="Sign-off (dark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5534406"/>
            <a:ext cx="4765853" cy="754380"/>
          </a:xfrm>
          <a:prstGeom prst="rect">
            <a:avLst/>
          </a:prstGeom>
        </p:spPr>
      </p:pic>
      <p:sp>
        <p:nvSpPr>
          <p:cNvPr id="14" name="Title tab"/>
          <p:cNvSpPr/>
          <p:nvPr userDrawn="1"/>
        </p:nvSpPr>
        <p:spPr>
          <a:xfrm>
            <a:off x="0" y="2105406"/>
            <a:ext cx="219456" cy="514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731520" y="685800"/>
            <a:ext cx="7559040" cy="2036826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48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731520" y="2928366"/>
            <a:ext cx="7559040" cy="1831086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  <a:lvl2pPr>
              <a:defRPr sz="1400">
                <a:solidFill>
                  <a:srgbClr val="FFFFFF"/>
                </a:solidFill>
              </a:defRPr>
            </a:lvl2pPr>
            <a:lvl3pPr>
              <a:defRPr sz="1300">
                <a:solidFill>
                  <a:srgbClr val="FFFFFF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7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8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9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411480"/>
            <a:ext cx="1128979" cy="617220"/>
          </a:xfrm>
          <a:prstGeom prst="rect">
            <a:avLst/>
          </a:prstGeom>
        </p:spPr>
      </p:pic>
      <p:pic>
        <p:nvPicPr>
          <p:cNvPr id="12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09360"/>
            <a:ext cx="2166518" cy="342900"/>
          </a:xfrm>
          <a:prstGeom prst="rect">
            <a:avLst/>
          </a:prstGeom>
        </p:spPr>
      </p:pic>
      <p:sp>
        <p:nvSpPr>
          <p:cNvPr id="13" name="Title tab"/>
          <p:cNvSpPr/>
          <p:nvPr userDrawn="1"/>
        </p:nvSpPr>
        <p:spPr>
          <a:xfrm>
            <a:off x="0" y="1748790"/>
            <a:ext cx="219456" cy="109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4" name="Date"/>
          <p:cNvSpPr>
            <a:spLocks noGrp="1"/>
          </p:cNvSpPr>
          <p:nvPr>
            <p:ph type="dt" idx="20"/>
          </p:nvPr>
        </p:nvSpPr>
        <p:spPr>
          <a:xfrm>
            <a:off x="731520" y="1371600"/>
            <a:ext cx="6096000" cy="3086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800" b="1" cap="all">
                <a:solidFill>
                  <a:srgbClr val="000000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5" name="Title"/>
          <p:cNvSpPr>
            <a:spLocks noGrp="1"/>
          </p:cNvSpPr>
          <p:nvPr>
            <p:ph type="ctrTitle"/>
          </p:nvPr>
        </p:nvSpPr>
        <p:spPr>
          <a:xfrm>
            <a:off x="731520" y="1748790"/>
            <a:ext cx="6096000" cy="10972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4800" b="1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6" name="Title rule"/>
          <p:cNvCxnSpPr/>
          <p:nvPr userDrawn="1"/>
        </p:nvCxnSpPr>
        <p:spPr>
          <a:xfrm>
            <a:off x="731520" y="3017520"/>
            <a:ext cx="1584960" cy="0"/>
          </a:xfrm>
          <a:prstGeom prst="line">
            <a:avLst/>
          </a:prstGeom>
          <a:ln w="22631">
            <a:solidFill>
              <a:schemeClr val="accent1"/>
            </a:solidFill>
          </a:ln>
        </p:spPr>
      </p:cxnSp>
      <p:sp>
        <p:nvSpPr>
          <p:cNvPr id="17" name="Subtitle"/>
          <p:cNvSpPr>
            <a:spLocks noGrp="1"/>
          </p:cNvSpPr>
          <p:nvPr>
            <p:ph type="subTitle" idx="1"/>
          </p:nvPr>
        </p:nvSpPr>
        <p:spPr>
          <a:xfrm>
            <a:off x="731520" y="3188970"/>
            <a:ext cx="6096000" cy="27089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617220"/>
            <a:ext cx="1254557" cy="685800"/>
          </a:xfrm>
          <a:prstGeom prst="rect">
            <a:avLst/>
          </a:prstGeom>
        </p:spPr>
      </p:pic>
      <p:pic>
        <p:nvPicPr>
          <p:cNvPr id="12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09360"/>
            <a:ext cx="2166518" cy="342900"/>
          </a:xfrm>
          <a:prstGeom prst="rect">
            <a:avLst/>
          </a:prstGeom>
        </p:spPr>
      </p:pic>
      <p:sp>
        <p:nvSpPr>
          <p:cNvPr id="13" name="Title tab"/>
          <p:cNvSpPr/>
          <p:nvPr userDrawn="1"/>
        </p:nvSpPr>
        <p:spPr>
          <a:xfrm>
            <a:off x="0" y="3154680"/>
            <a:ext cx="219456" cy="514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31520" y="1508760"/>
            <a:ext cx="7559040" cy="22631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4800" b="1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731520" y="3977640"/>
            <a:ext cx="7559040" cy="205740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600">
                <a:solidFill>
                  <a:srgbClr val="000000"/>
                </a:solidFill>
              </a:defRPr>
            </a:lvl1pPr>
            <a:lvl2pPr>
              <a:defRPr sz="1400">
                <a:solidFill>
                  <a:srgbClr val="000000"/>
                </a:solidFill>
              </a:defRPr>
            </a:lvl2pPr>
            <a:lvl3pPr>
              <a:defRPr sz="1300">
                <a:solidFill>
                  <a:srgbClr val="000000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rt (content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tab"/>
          <p:cNvSpPr/>
          <p:nvPr userDrawn="1"/>
        </p:nvSpPr>
        <p:spPr>
          <a:xfrm>
            <a:off x="0" y="336042"/>
            <a:ext cx="219456" cy="6542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cxnSp>
        <p:nvCxnSpPr>
          <p:cNvPr id="12" name="Title rule"/>
          <p:cNvCxnSpPr/>
          <p:nvPr userDrawn="1"/>
        </p:nvCxnSpPr>
        <p:spPr>
          <a:xfrm>
            <a:off x="731520" y="990295"/>
            <a:ext cx="10728960" cy="0"/>
          </a:xfrm>
          <a:prstGeom prst="line">
            <a:avLst/>
          </a:prstGeom>
          <a:ln w="9525">
            <a:solidFill>
              <a:schemeClr val="tx1">
                <a:alpha val="30000"/>
              </a:schemeClr>
            </a:solidFill>
          </a:ln>
        </p:spPr>
      </p:cxn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2103082" y="336042"/>
            <a:ext cx="9357398" cy="654253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6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365531"/>
            <a:ext cx="1066762" cy="582930"/>
          </a:xfrm>
          <a:prstGeom prst="rect">
            <a:avLst/>
          </a:prstGeom>
        </p:spPr>
      </p:pic>
      <p:pic>
        <p:nvPicPr>
          <p:cNvPr id="17" name="Sign-off (light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09360"/>
            <a:ext cx="2166099" cy="3429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2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100000"/>
        </a:lnSpc>
        <a:spcBef>
          <a:spcPts val="8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457200" rtl="0" eaLnBrk="1" latinLnBrk="0" hangingPunct="1">
        <a:lnSpc>
          <a:spcPct val="100000"/>
        </a:lnSpc>
        <a:spcBef>
          <a:spcPts val="48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lnSpc>
          <a:spcPct val="100000"/>
        </a:lnSpc>
        <a:spcBef>
          <a:spcPts val="480"/>
        </a:spcBef>
        <a:buFont typeface="Courier New"/>
        <a:buChar char="o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457200" rtl="0" eaLnBrk="1" latinLnBrk="0" hangingPunct="1">
        <a:lnSpc>
          <a:spcPct val="100000"/>
        </a:lnSpc>
        <a:spcBef>
          <a:spcPts val="48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lnSpc>
          <a:spcPct val="100000"/>
        </a:lnSpc>
        <a:spcBef>
          <a:spcPts val="48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>
        <a:defRPr sz="1100" kern="1200">
          <a:solidFill>
            <a:schemeClr val="tx1"/>
          </a:solidFill>
          <a:latin typeface="+mn-lt"/>
        </a:defRPr>
      </a:lvl6pPr>
      <a:lvl7pPr marL="1600200" indent="-228600" algn="l">
        <a:defRPr sz="1100" kern="1200">
          <a:solidFill>
            <a:schemeClr val="tx1"/>
          </a:solidFill>
          <a:latin typeface="+mn-lt"/>
        </a:defRPr>
      </a:lvl7pPr>
      <a:lvl8pPr marL="1828800" indent="-228600" algn="l">
        <a:defRPr sz="1100" kern="1200">
          <a:solidFill>
            <a:schemeClr val="tx1"/>
          </a:solidFill>
          <a:latin typeface="+mn-lt"/>
        </a:defRPr>
      </a:lvl8pPr>
      <a:lvl9pPr marL="2057400" indent="-228600" algn="l">
        <a:defRPr sz="11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nsi">
  <a:themeElements>
    <a:clrScheme name="nsi">
      <a:dk1>
        <a:srgbClr val="000000"/>
      </a:dk1>
      <a:lt1>
        <a:srgbClr val="FFFFFF"/>
      </a:lt1>
      <a:dk2>
        <a:srgbClr val="CFB87C"/>
      </a:dk2>
      <a:lt2>
        <a:srgbClr val="F3F0E9"/>
      </a:lt2>
      <a:accent1>
        <a:srgbClr val="565A5C"/>
      </a:accent1>
      <a:accent2>
        <a:srgbClr val="096FAE"/>
      </a:accent2>
      <a:accent3>
        <a:srgbClr val="000000"/>
      </a:accent3>
      <a:accent4>
        <a:srgbClr val="CFB87C"/>
      </a:accent4>
      <a:accent5>
        <a:srgbClr val="CFB87C"/>
      </a:accent5>
      <a:accent6>
        <a:srgbClr val="8D7334"/>
      </a:accent6>
      <a:hlink>
        <a:srgbClr val="8D7334"/>
      </a:hlink>
      <a:folHlink>
        <a:srgbClr val="096FAE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nsi template</dc:title>
  <dc:creator>livery_template.py</dc:creator>
</cp:coreProperties>
</file>