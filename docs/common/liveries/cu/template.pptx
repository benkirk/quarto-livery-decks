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00000"/>
                </a:solidFill>
              </a:defRPr>
            </a:lvl1pPr>
            <a:lvl2pPr>
              <a:defRPr sz="1800">
                <a:solidFill>
                  <a:srgbClr val="000000"/>
                </a:solidFill>
              </a:defRPr>
            </a:lvl2pPr>
            <a:lvl3pPr>
              <a:defRPr sz="16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00000"/>
                </a:solidFill>
              </a:defRPr>
            </a:lvl1pPr>
            <a:lvl2pPr>
              <a:defRPr sz="1800">
                <a:solidFill>
                  <a:srgbClr val="000000"/>
                </a:solidFill>
              </a:defRPr>
            </a:lvl2pPr>
            <a:lvl3pPr>
              <a:defRPr sz="16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10728960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