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99018" cy="34290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54864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4217670"/>
            <a:ext cx="79248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99018" cy="342900"/>
          </a:xfrm>
          <a:prstGeom prst="rect">
            <a:avLst/>
          </a:prstGeom>
        </p:spPr>
      </p:pic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3048000"/>
            <a:ext cx="7559040" cy="8382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defRPr sz="44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962400"/>
            <a:ext cx="7315200" cy="914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99018" cy="34290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253746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7559040" cy="109728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31520" y="3360420"/>
            <a:ext cx="7071360" cy="24688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2000">
                <a:solidFill>
                  <a:srgbClr val="000000"/>
                </a:solidFill>
              </a:defRPr>
            </a:lvl1pPr>
            <a:lvl2pPr>
              <a:defRPr sz="1800">
                <a:solidFill>
                  <a:srgbClr val="000000"/>
                </a:solidFill>
              </a:defRPr>
            </a:lvl2pPr>
            <a:lvl3pPr>
              <a:defRPr sz="16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99018" cy="342900"/>
          </a:xfrm>
          <a:prstGeom prst="rect">
            <a:avLst/>
          </a:prstGeom>
        </p:spPr>
      </p:pic>
      <p:sp>
        <p:nvSpPr>
          <p:cNvPr id="12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3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54864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5" name="Title rule"/>
          <p:cNvCxnSpPr/>
          <p:nvPr userDrawn="1"/>
        </p:nvCxnSpPr>
        <p:spPr>
          <a:xfrm>
            <a:off x="731520" y="4217670"/>
            <a:ext cx="79248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16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10728960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9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99018" cy="3429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0"/>
        </a:spcBef>
        <a:buFont typeface="Wingdings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0"/>
        </a:spcBef>
        <a:buFont typeface="Courier New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200" kern="1200">
          <a:solidFill>
            <a:schemeClr val="tx1"/>
          </a:solidFill>
          <a:latin typeface="+mn-lt"/>
        </a:defRPr>
      </a:lvl6pPr>
      <a:lvl7pPr marL="1600200" indent="-228600" algn="l">
        <a:defRPr sz="1200" kern="1200">
          <a:solidFill>
            <a:schemeClr val="tx1"/>
          </a:solidFill>
          <a:latin typeface="+mn-lt"/>
        </a:defRPr>
      </a:lvl7pPr>
      <a:lvl8pPr marL="1828800" indent="-228600" algn="l">
        <a:defRPr sz="1200" kern="1200">
          <a:solidFill>
            <a:schemeClr val="tx1"/>
          </a:solidFill>
          <a:latin typeface="+mn-lt"/>
        </a:defRPr>
      </a:lvl8pPr>
      <a:lvl9pPr marL="2057400" indent="-228600" algn="l">
        <a:defRPr sz="12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u">
  <a:themeElements>
    <a:clrScheme name="cu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 template</dc:title>
  <dc:creator>livery_template.py</dc:creator>
</cp:coreProperties>
</file>