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3958232" cy="61722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3518428" cy="54864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art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7591825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28145" y="365531"/>
            <a:ext cx="2832335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