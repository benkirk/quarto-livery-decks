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09360"/>
            <a:ext cx="2199018" cy="342900"/>
          </a:xfrm>
          <a:prstGeom prst="rect">
            <a:avLst/>
          </a:prstGeom>
        </p:spPr>
      </p:pic>
      <p:sp>
        <p:nvSpPr>
          <p:cNvPr id="12" name="Title tab"/>
          <p:cNvSpPr/>
          <p:nvPr userDrawn="1"/>
        </p:nvSpPr>
        <p:spPr>
          <a:xfrm>
            <a:off x="0" y="294894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3" name="Date"/>
          <p:cNvSpPr>
            <a:spLocks noGrp="1"/>
          </p:cNvSpPr>
          <p:nvPr>
            <p:ph type="dt" idx="20"/>
          </p:nvPr>
        </p:nvSpPr>
        <p:spPr>
          <a:xfrm>
            <a:off x="731520" y="2571750"/>
            <a:ext cx="54864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200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4" name="Title"/>
          <p:cNvSpPr>
            <a:spLocks noGrp="1"/>
          </p:cNvSpPr>
          <p:nvPr>
            <p:ph type="ctrTitle"/>
          </p:nvPr>
        </p:nvSpPr>
        <p:spPr>
          <a:xfrm>
            <a:off x="731520" y="294894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6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5" name="Title rule"/>
          <p:cNvCxnSpPr/>
          <p:nvPr userDrawn="1"/>
        </p:nvCxnSpPr>
        <p:spPr>
          <a:xfrm>
            <a:off x="731520" y="4217670"/>
            <a:ext cx="79248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sp>
        <p:nvSpPr>
          <p:cNvPr id="16" name="Subtitle"/>
          <p:cNvSpPr>
            <a:spLocks noGrp="1"/>
          </p:cNvSpPr>
          <p:nvPr>
            <p:ph type="subTitle" idx="1"/>
          </p:nvPr>
        </p:nvSpPr>
        <p:spPr>
          <a:xfrm>
            <a:off x="731520" y="4389120"/>
            <a:ext cx="6096000" cy="15087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09360"/>
            <a:ext cx="2199018" cy="342900"/>
          </a:xfrm>
          <a:prstGeom prst="rect">
            <a:avLst/>
          </a:prstGeom>
        </p:spPr>
      </p:pic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3048000"/>
            <a:ext cx="7559040" cy="8382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defRPr sz="4400" b="1" cap="none" baseline="0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3" name="Text Placeholder 2"/>
          <p:cNvSpPr>
            <a:spLocks noGrp="1"/>
          </p:cNvSpPr>
          <p:nvPr>
            <p:ph type="body" idx="1"/>
          </p:nvPr>
        </p:nvSpPr>
        <p:spPr>
          <a:xfrm>
            <a:off x="731520" y="3962400"/>
            <a:ext cx="7315200" cy="914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73152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73152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1143229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20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5120640" y="1143229"/>
            <a:ext cx="633984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520" y="2103349"/>
            <a:ext cx="4023360" cy="422109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4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jp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rt (content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itle tab"/>
          <p:cNvSpPr/>
          <p:nvPr userDrawn="1"/>
        </p:nvSpPr>
        <p:spPr>
          <a:xfrm>
            <a:off x="0" y="336042"/>
            <a:ext cx="219456" cy="65425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731520" y="990295"/>
            <a:ext cx="1072896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731520" y="336042"/>
            <a:ext cx="10728960" cy="654253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9" name="Sign-off (light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09360"/>
            <a:ext cx="2199018" cy="3429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28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1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500"/>
        </a:spcBef>
        <a:buFont typeface="Wingdings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500"/>
        </a:spcBef>
        <a:buFont typeface="Courier New"/>
        <a:buChar char="o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5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500"/>
        </a:spcBef>
        <a:buFont typeface="Arial"/>
        <a:buChar char="»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200" kern="1200">
          <a:solidFill>
            <a:schemeClr val="tx1"/>
          </a:solidFill>
          <a:latin typeface="+mn-lt"/>
        </a:defRPr>
      </a:lvl6pPr>
      <a:lvl7pPr marL="1600200" indent="-228600" algn="l">
        <a:defRPr sz="1200" kern="1200">
          <a:solidFill>
            <a:schemeClr val="tx1"/>
          </a:solidFill>
          <a:latin typeface="+mn-lt"/>
        </a:defRPr>
      </a:lvl7pPr>
      <a:lvl8pPr marL="1828800" indent="-228600" algn="l">
        <a:defRPr sz="1200" kern="1200">
          <a:solidFill>
            <a:schemeClr val="tx1"/>
          </a:solidFill>
          <a:latin typeface="+mn-lt"/>
        </a:defRPr>
      </a:lvl8pPr>
      <a:lvl9pPr marL="2057400" indent="-228600" algn="l">
        <a:defRPr sz="12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cu">
  <a:themeElements>
    <a:clrScheme name="cu">
      <a:dk1>
        <a:srgbClr val="000000"/>
      </a:dk1>
      <a:lt1>
        <a:srgbClr val="FFFFFF"/>
      </a:lt1>
      <a:dk2>
        <a:srgbClr val="CFB87C"/>
      </a:dk2>
      <a:lt2>
        <a:srgbClr val="F3F0E9"/>
      </a:lt2>
      <a:accent1>
        <a:srgbClr val="565A5C"/>
      </a:accent1>
      <a:accent2>
        <a:srgbClr val="096FAE"/>
      </a:accent2>
      <a:accent3>
        <a:srgbClr val="000000"/>
      </a:accent3>
      <a:accent4>
        <a:srgbClr val="CFB87C"/>
      </a:accent4>
      <a:accent5>
        <a:srgbClr val="CFB87C"/>
      </a:accent5>
      <a:accent6>
        <a:srgbClr val="8D7334"/>
      </a:accent6>
      <a:hlink>
        <a:srgbClr val="8D7334"/>
      </a:hlink>
      <a:folHlink>
        <a:srgbClr val="096FAE"/>
      </a:folHlink>
    </a:clrScheme>
    <a:fontScheme name="Helvetica Neue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 template</dc:title>
  <dc:creator>livery_template.py</dc:creator>
</cp:coreProperties>
</file>