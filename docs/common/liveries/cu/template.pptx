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5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2758288"/>
            <a:ext cx="7559040" cy="8229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6000" b="1" cap="none" baseline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49828"/>
            <a:ext cx="7559040" cy="91211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143229"/>
            <a:ext cx="518160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73152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278880" y="1143229"/>
            <a:ext cx="5181600" cy="6172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6278880" y="1829029"/>
            <a:ext cx="5181600" cy="44954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31520" y="1143229"/>
            <a:ext cx="4023360" cy="8915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120640" y="1143229"/>
            <a:ext cx="6339840" cy="5181219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103349"/>
            <a:ext cx="4023360" cy="422109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3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1748790"/>
            <a:ext cx="219456" cy="109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Date"/>
          <p:cNvSpPr>
            <a:spLocks noGrp="1"/>
          </p:cNvSpPr>
          <p:nvPr>
            <p:ph type="dt" idx="20"/>
          </p:nvPr>
        </p:nvSpPr>
        <p:spPr>
          <a:xfrm>
            <a:off x="731520" y="1371600"/>
            <a:ext cx="6096000" cy="3086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1" cap="all">
                <a:solidFill>
                  <a:srgbClr val="000000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731520" y="1748790"/>
            <a:ext cx="6096000" cy="109728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4800" b="1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5" name="Title rule"/>
          <p:cNvCxnSpPr/>
          <p:nvPr userDrawn="1"/>
        </p:nvCxnSpPr>
        <p:spPr>
          <a:xfrm>
            <a:off x="731520" y="3017520"/>
            <a:ext cx="1584960" cy="0"/>
          </a:xfrm>
          <a:prstGeom prst="line">
            <a:avLst/>
          </a:prstGeom>
          <a:ln w="22631">
            <a:solidFill>
              <a:schemeClr val="accent1"/>
            </a:solidFill>
          </a:ln>
        </p:spPr>
      </p:cxnSp>
      <p:sp>
        <p:nvSpPr>
          <p:cNvPr id="16" name="Subtitle"/>
          <p:cNvSpPr>
            <a:spLocks noGrp="1"/>
          </p:cNvSpPr>
          <p:nvPr>
            <p:ph type="subTitle" idx="1"/>
          </p:nvPr>
        </p:nvSpPr>
        <p:spPr>
          <a:xfrm>
            <a:off x="731520" y="3188970"/>
            <a:ext cx="6096000" cy="270891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800" b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698" cy="274320"/>
          </a:xfrm>
          <a:prstGeom prst="rect">
            <a:avLst/>
          </a:prstGeom>
        </p:spPr>
      </p:pic>
      <p:sp>
        <p:nvSpPr>
          <p:cNvPr id="12" name="Title tab"/>
          <p:cNvSpPr/>
          <p:nvPr userDrawn="1"/>
        </p:nvSpPr>
        <p:spPr>
          <a:xfrm>
            <a:off x="0" y="3154680"/>
            <a:ext cx="219456" cy="514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31520" y="1508760"/>
            <a:ext cx="7559040" cy="226314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4800" b="1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1520" y="3977640"/>
            <a:ext cx="7559040" cy="205740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600">
                <a:solidFill>
                  <a:srgbClr val="000000"/>
                </a:solidFill>
              </a:defRPr>
            </a:lvl1pPr>
            <a:lvl2pPr>
              <a:defRPr sz="1400">
                <a:solidFill>
                  <a:srgbClr val="000000"/>
                </a:solidFill>
              </a:defRPr>
            </a:lvl2pPr>
            <a:lvl3pPr>
              <a:defRPr sz="1300">
                <a:solidFill>
                  <a:srgbClr val="000000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rgbClr val="000000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rgbClr val="000000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rt (content)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tab"/>
          <p:cNvSpPr/>
          <p:nvPr userDrawn="1"/>
        </p:nvSpPr>
        <p:spPr>
          <a:xfrm>
            <a:off x="0" y="336042"/>
            <a:ext cx="219456" cy="6542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731520" y="990295"/>
            <a:ext cx="1072896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731520" y="336042"/>
            <a:ext cx="10728960" cy="654253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731520" y="1143229"/>
            <a:ext cx="10728960" cy="5181219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11704320" y="6480810"/>
            <a:ext cx="475488" cy="363474"/>
          </a:xfrm>
        </p:spPr>
        <p:txBody>
          <a:bodyPr anchor="ctr"/>
          <a:lstStyle>
            <a:lvl1pPr algn="ctr">
              <a:defRPr sz="9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Date Placeholder"/>
          <p:cNvSpPr>
            <a:spLocks noGrp="1"/>
          </p:cNvSpPr>
          <p:nvPr>
            <p:ph type="dt" sz="half" idx="20"/>
          </p:nvPr>
        </p:nvSpPr>
        <p:spPr>
          <a:xfrm>
            <a:off x="9022080" y="6556248"/>
            <a:ext cx="1377696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560832" y="6556248"/>
            <a:ext cx="4145280" cy="185166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6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343650"/>
            <a:ext cx="2990911" cy="2743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100000"/>
        </a:lnSpc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457200" rtl="0" eaLnBrk="1" latinLnBrk="0" hangingPunct="1">
        <a:lnSpc>
          <a:spcPct val="100000"/>
        </a:lnSpc>
        <a:spcBef>
          <a:spcPts val="48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457200" rtl="0" eaLnBrk="1" latinLnBrk="0" hangingPunct="1">
        <a:lnSpc>
          <a:spcPct val="100000"/>
        </a:lnSpc>
        <a:spcBef>
          <a:spcPts val="480"/>
        </a:spcBef>
        <a:buFont typeface="Courier New"/>
        <a:buChar char="o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457200" rtl="0" eaLnBrk="1" latinLnBrk="0" hangingPunct="1">
        <a:lnSpc>
          <a:spcPct val="100000"/>
        </a:lnSpc>
        <a:spcBef>
          <a:spcPts val="48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>
        <a:defRPr sz="1100" kern="1200">
          <a:solidFill>
            <a:schemeClr val="tx1"/>
          </a:solidFill>
          <a:latin typeface="+mn-lt"/>
        </a:defRPr>
      </a:lvl6pPr>
      <a:lvl7pPr marL="1600200" indent="-228600" algn="l">
        <a:defRPr sz="1100" kern="1200">
          <a:solidFill>
            <a:schemeClr val="tx1"/>
          </a:solidFill>
          <a:latin typeface="+mn-lt"/>
        </a:defRPr>
      </a:lvl7pPr>
      <a:lvl8pPr marL="1828800" indent="-228600" algn="l">
        <a:defRPr sz="1100" kern="1200">
          <a:solidFill>
            <a:schemeClr val="tx1"/>
          </a:solidFill>
          <a:latin typeface="+mn-lt"/>
        </a:defRPr>
      </a:lvl8pPr>
      <a:lvl9pPr marL="2057400" indent="-228600" algn="l">
        <a:defRPr sz="11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">
  <a:themeElements>
    <a:clrScheme name="cu">
      <a:dk1>
        <a:srgbClr val="000000"/>
      </a:dk1>
      <a:lt1>
        <a:srgbClr val="FFFFFF"/>
      </a:lt1>
      <a:dk2>
        <a:srgbClr val="CFB87C"/>
      </a:dk2>
      <a:lt2>
        <a:srgbClr val="F3F0E9"/>
      </a:lt2>
      <a:accent1>
        <a:srgbClr val="565A5C"/>
      </a:accent1>
      <a:accent2>
        <a:srgbClr val="096FAE"/>
      </a:accent2>
      <a:accent3>
        <a:srgbClr val="000000"/>
      </a:accent3>
      <a:accent4>
        <a:srgbClr val="CFB87C"/>
      </a:accent4>
      <a:accent5>
        <a:srgbClr val="CFB87C"/>
      </a:accent5>
      <a:accent6>
        <a:srgbClr val="8D7334"/>
      </a:accent6>
      <a:hlink>
        <a:srgbClr val="8D7334"/>
      </a:hlink>
      <a:folHlink>
        <a:srgbClr val="096FAE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template</dc:title>
  <dc:creator>livery_template.py</dc:creator>
</cp:coreProperties>
</file>